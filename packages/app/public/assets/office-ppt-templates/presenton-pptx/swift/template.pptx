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9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9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7.png"/><Relationship Id="rId38" Type="http://schemas.openxmlformats.org/officeDocument/2006/relationships/image" Target="../media/image-6-38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E:\AImoney\NovaWay-Matrix\novaway-coder\.tmp\presenton-pptx-deck\swift\assets\images\replaceable_template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071" y="0"/>
            <a:ext cx="3291818" cy="3714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935" y="128485"/>
            <a:ext cx="171432" cy="17143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0657" y="185635"/>
            <a:ext cx="171432" cy="17143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0657" y="357085"/>
            <a:ext cx="171432" cy="17143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0657" y="528535"/>
            <a:ext cx="171432" cy="17143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42900" y="428625"/>
            <a:ext cx="2640174" cy="6072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Pitch Deck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342900" y="1158627"/>
            <a:ext cx="4937492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consectetur adipiscing elit, sed do eiusmod tempor incididunt ut labore et dolore magna aliqua.</a:t>
            </a:r>
            <a:endParaRPr lang="en-US" sz="9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2900" y="1702780"/>
            <a:ext cx="1520726" cy="357188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4344" y="1795649"/>
            <a:ext cx="57150" cy="17145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35794" y="1788505"/>
            <a:ext cx="406859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John Doe</a:t>
            </a:r>
            <a:endParaRPr lang="en-US" sz="900" dirty="0"/>
          </a:p>
        </p:txBody>
      </p:sp>
      <p:sp>
        <p:nvSpPr>
          <p:cNvPr id="14" name="Text 4"/>
          <p:cNvSpPr/>
          <p:nvPr/>
        </p:nvSpPr>
        <p:spPr>
          <a:xfrm>
            <a:off x="1223702" y="1795649"/>
            <a:ext cx="631664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Jan 1, 2025</a:t>
            </a:r>
            <a:endParaRPr lang="en-US" sz="788" dirty="0"/>
          </a:p>
        </p:txBody>
      </p:sp>
      <p:sp>
        <p:nvSpPr>
          <p:cNvPr id="15" name="Text 5"/>
          <p:cNvSpPr/>
          <p:nvPr/>
        </p:nvSpPr>
        <p:spPr>
          <a:xfrm>
            <a:off x="342900" y="4750482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35683" y="4832635"/>
            <a:ext cx="7265305" cy="14288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29563" y="4600488"/>
            <a:ext cx="457151" cy="4571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889" y="128439"/>
            <a:ext cx="171747" cy="17174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5906" y="4832747"/>
            <a:ext cx="7265194" cy="1428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9716" y="4600642"/>
            <a:ext cx="457626" cy="4576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42900" y="385763"/>
            <a:ext cx="3245383" cy="5286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15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Meet OurTeam</a:t>
            </a:r>
            <a:endParaRPr lang="en-US" sz="3150" dirty="0"/>
          </a:p>
        </p:txBody>
      </p:sp>
      <p:sp>
        <p:nvSpPr>
          <p:cNvPr id="8" name="Text 2"/>
          <p:cNvSpPr/>
          <p:nvPr/>
        </p:nvSpPr>
        <p:spPr>
          <a:xfrm>
            <a:off x="342900" y="1141549"/>
            <a:ext cx="1760595" cy="314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consectetur adipiscing elit.</a:t>
            </a:r>
            <a:endParaRPr lang="en-US" sz="900" dirty="0"/>
          </a:p>
        </p:txBody>
      </p:sp>
      <p:pic>
        <p:nvPicPr>
          <p:cNvPr id="9" name="Image 4" descr="E:\AImoney\NovaWay-Matrix\novaway-coder\.tmp\presenton-pptx-deck\swift\assets\images\replaceable_template_im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6077" y="485775"/>
            <a:ext cx="1614488" cy="12858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6077" y="1764506"/>
            <a:ext cx="1614488" cy="1014413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3787527" y="1928813"/>
            <a:ext cx="983047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Sample Title</a:t>
            </a:r>
            <a:endParaRPr lang="en-US" sz="1125" dirty="0"/>
          </a:p>
        </p:txBody>
      </p:sp>
      <p:sp>
        <p:nvSpPr>
          <p:cNvPr id="12" name="Text 4"/>
          <p:cNvSpPr/>
          <p:nvPr/>
        </p:nvSpPr>
        <p:spPr>
          <a:xfrm>
            <a:off x="3787527" y="2235994"/>
            <a:ext cx="1351794" cy="271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Short description for the image or item.</a:t>
            </a:r>
            <a:endParaRPr lang="en-US" sz="788" dirty="0"/>
          </a:p>
        </p:txBody>
      </p:sp>
      <p:pic>
        <p:nvPicPr>
          <p:cNvPr id="13" name="Image 6" descr="E:\AImoney\NovaWay-Matrix\novaway-coder\.tmp\presenton-pptx-deck\swift\assets\images\replaceable_template_ima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6314" y="485775"/>
            <a:ext cx="1614488" cy="1285875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16314" y="1764506"/>
            <a:ext cx="1614488" cy="842963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687764" y="1928813"/>
            <a:ext cx="1050354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Another Item</a:t>
            </a:r>
            <a:endParaRPr lang="en-US" sz="1125" dirty="0"/>
          </a:p>
        </p:txBody>
      </p:sp>
      <p:sp>
        <p:nvSpPr>
          <p:cNvPr id="16" name="Text 6"/>
          <p:cNvSpPr/>
          <p:nvPr/>
        </p:nvSpPr>
        <p:spPr>
          <a:xfrm>
            <a:off x="5687764" y="2235994"/>
            <a:ext cx="1306413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text.</a:t>
            </a:r>
            <a:endParaRPr lang="en-US" sz="788" dirty="0"/>
          </a:p>
        </p:txBody>
      </p:sp>
      <p:pic>
        <p:nvPicPr>
          <p:cNvPr id="17" name="Image 8" descr="E:\AImoney\NovaWay-Matrix\novaway-coder\.tmp\presenton-pptx-deck\swift\assets\images\replaceable_template_imag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6552" y="485775"/>
            <a:ext cx="1614488" cy="1285875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16552" y="1764506"/>
            <a:ext cx="1614488" cy="842963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7588002" y="1928813"/>
            <a:ext cx="845976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Third Item</a:t>
            </a:r>
            <a:endParaRPr lang="en-US" sz="1125" dirty="0"/>
          </a:p>
        </p:txBody>
      </p:sp>
      <p:sp>
        <p:nvSpPr>
          <p:cNvPr id="20" name="Text 8"/>
          <p:cNvSpPr/>
          <p:nvPr/>
        </p:nvSpPr>
        <p:spPr>
          <a:xfrm>
            <a:off x="7588002" y="2235994"/>
            <a:ext cx="1306413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text.</a:t>
            </a:r>
            <a:endParaRPr lang="en-US" sz="788" dirty="0"/>
          </a:p>
        </p:txBody>
      </p:sp>
      <p:sp>
        <p:nvSpPr>
          <p:cNvPr id="21" name="Text 9"/>
          <p:cNvSpPr/>
          <p:nvPr/>
        </p:nvSpPr>
        <p:spPr>
          <a:xfrm>
            <a:off x="342900" y="4750594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0"/>
            <a:ext cx="7144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935" y="128485"/>
            <a:ext cx="171432" cy="17143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652" y="571500"/>
            <a:ext cx="1000237" cy="15716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42900" y="321469"/>
            <a:ext cx="2696989" cy="75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Our Impact in Numbers</a:t>
            </a:r>
            <a:endParaRPr lang="en-US" sz="2700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" y="1525749"/>
            <a:ext cx="142875" cy="1428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71500" y="1375730"/>
            <a:ext cx="1085850" cy="528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Proven Results</a:t>
            </a:r>
            <a:endParaRPr lang="en-US" sz="1125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Through Data</a:t>
            </a:r>
            <a:endParaRPr lang="en-US" sz="1125" dirty="0"/>
          </a:p>
        </p:txBody>
      </p:sp>
      <p:sp>
        <p:nvSpPr>
          <p:cNvPr id="10" name="Text 3"/>
          <p:cNvSpPr/>
          <p:nvPr/>
        </p:nvSpPr>
        <p:spPr>
          <a:xfrm>
            <a:off x="342900" y="1961517"/>
            <a:ext cx="2513689" cy="314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consectetur adipiscing elit.</a:t>
            </a:r>
            <a:endParaRPr lang="en-US" sz="9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3841" y="400050"/>
            <a:ext cx="4905747" cy="82287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295291" y="528638"/>
            <a:ext cx="1085850" cy="3714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10K+</a:t>
            </a:r>
            <a:endParaRPr lang="en-US" sz="2250" dirty="0"/>
          </a:p>
        </p:txBody>
      </p:sp>
      <p:sp>
        <p:nvSpPr>
          <p:cNvPr id="13" name="Text 5"/>
          <p:cNvSpPr/>
          <p:nvPr/>
        </p:nvSpPr>
        <p:spPr>
          <a:xfrm>
            <a:off x="6028990" y="535781"/>
            <a:ext cx="414784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Total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Users</a:t>
            </a:r>
            <a:endParaRPr lang="en-US" sz="900" dirty="0"/>
          </a:p>
        </p:txBody>
      </p:sp>
      <p:sp>
        <p:nvSpPr>
          <p:cNvPr id="14" name="Text 6"/>
          <p:cNvSpPr/>
          <p:nvPr/>
        </p:nvSpPr>
        <p:spPr>
          <a:xfrm>
            <a:off x="6028990" y="935831"/>
            <a:ext cx="173084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active users across multiple industries</a:t>
            </a:r>
            <a:endParaRPr lang="en-US" sz="675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3841" y="1394371"/>
            <a:ext cx="4905747" cy="82287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295291" y="1522958"/>
            <a:ext cx="1085850" cy="3714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150%</a:t>
            </a:r>
            <a:endParaRPr lang="en-US" sz="2250" dirty="0"/>
          </a:p>
        </p:txBody>
      </p:sp>
      <p:sp>
        <p:nvSpPr>
          <p:cNvPr id="17" name="Text 8"/>
          <p:cNvSpPr/>
          <p:nvPr/>
        </p:nvSpPr>
        <p:spPr>
          <a:xfrm>
            <a:off x="6028990" y="1530102"/>
            <a:ext cx="580206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Revenue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Growth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6028990" y="1930152"/>
            <a:ext cx="141317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year-over-year revenue growth</a:t>
            </a:r>
            <a:endParaRPr lang="en-US" sz="675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23841" y="2388691"/>
            <a:ext cx="4905747" cy="82287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295291" y="2517279"/>
            <a:ext cx="885825" cy="3714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95%</a:t>
            </a:r>
            <a:endParaRPr lang="en-US" sz="2250" dirty="0"/>
          </a:p>
        </p:txBody>
      </p:sp>
      <p:sp>
        <p:nvSpPr>
          <p:cNvPr id="21" name="Text 11"/>
          <p:cNvSpPr/>
          <p:nvPr/>
        </p:nvSpPr>
        <p:spPr>
          <a:xfrm>
            <a:off x="6028990" y="2524423"/>
            <a:ext cx="745629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Customer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Satisfaction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6028990" y="2924473"/>
            <a:ext cx="206650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retention rate with an average rating of 4.8/5</a:t>
            </a:r>
            <a:endParaRPr lang="en-US" sz="675" dirty="0"/>
          </a:p>
        </p:txBody>
      </p:sp>
      <p:sp>
        <p:nvSpPr>
          <p:cNvPr id="23" name="Text 13"/>
          <p:cNvSpPr/>
          <p:nvPr/>
        </p:nvSpPr>
        <p:spPr>
          <a:xfrm>
            <a:off x="342900" y="4750594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35683" y="4832747"/>
            <a:ext cx="7265305" cy="14288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29563" y="4600488"/>
            <a:ext cx="457151" cy="45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461" y="132011"/>
            <a:ext cx="171747" cy="1717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271463"/>
            <a:ext cx="3439492" cy="5286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15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Our Infographic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5086350" y="364331"/>
            <a:ext cx="1722715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086350" y="592931"/>
            <a:ext cx="4144143" cy="263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paragraph describing context. Keep it short and readable across one or two lines.</a:t>
            </a:r>
            <a:endParaRPr lang="en-US" sz="788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538" y="1264444"/>
            <a:ext cx="1143000" cy="1143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43013" y="1635919"/>
            <a:ext cx="400050" cy="4000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5"/>
          <p:cNvSpPr/>
          <p:nvPr/>
        </p:nvSpPr>
        <p:spPr>
          <a:xfrm>
            <a:off x="1093663" y="2543175"/>
            <a:ext cx="861157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90029" y="2771775"/>
            <a:ext cx="1957620" cy="240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 under the first icon explaining the point.</a:t>
            </a:r>
            <a:endParaRPr lang="en-US" sz="731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57513" y="1264444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328988" y="1635919"/>
            <a:ext cx="400050" cy="4000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8"/>
          <p:cNvSpPr/>
          <p:nvPr/>
        </p:nvSpPr>
        <p:spPr>
          <a:xfrm>
            <a:off x="3179638" y="2543175"/>
            <a:ext cx="861157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602334" y="2771775"/>
            <a:ext cx="2122515" cy="240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 under the second icon explaining the point.</a:t>
            </a:r>
            <a:endParaRPr lang="en-US" sz="731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3488" y="1264444"/>
            <a:ext cx="1143000" cy="11430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414963" y="1635919"/>
            <a:ext cx="400050" cy="4000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1"/>
          <p:cNvSpPr/>
          <p:nvPr/>
        </p:nvSpPr>
        <p:spPr>
          <a:xfrm>
            <a:off x="5265613" y="2543175"/>
            <a:ext cx="861157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742222" y="2771775"/>
            <a:ext cx="2001750" cy="240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 under the third icon explaining the point.</a:t>
            </a:r>
            <a:endParaRPr lang="en-US" sz="731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29463" y="1264444"/>
            <a:ext cx="1143000" cy="11430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500938" y="1635919"/>
            <a:ext cx="400050" cy="4000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Text 14"/>
          <p:cNvSpPr/>
          <p:nvPr/>
        </p:nvSpPr>
        <p:spPr>
          <a:xfrm>
            <a:off x="7351588" y="2543175"/>
            <a:ext cx="861157" cy="287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6793929" y="2771775"/>
            <a:ext cx="2078510" cy="240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Concise supporting text under the fourth icon explaining the point.</a:t>
            </a:r>
            <a:endParaRPr lang="en-US" sz="731" dirty="0"/>
          </a:p>
        </p:txBody>
      </p:sp>
      <p:sp>
        <p:nvSpPr>
          <p:cNvPr id="24" name="Text 16"/>
          <p:cNvSpPr/>
          <p:nvPr/>
        </p:nvSpPr>
        <p:spPr>
          <a:xfrm>
            <a:off x="342900" y="4750594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35906" y="4832747"/>
            <a:ext cx="7265194" cy="14288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27365" y="4598290"/>
            <a:ext cx="454626" cy="4546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429000"/>
            <a:ext cx="9144000" cy="1143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935" y="128485"/>
            <a:ext cx="171432" cy="1714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2900" y="321469"/>
            <a:ext cx="3875984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Key Product Features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342900" y="855799"/>
            <a:ext cx="5630579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consectetur adipiscing elit. Aenean commodo ligula eget dolor.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75" y="1262993"/>
            <a:ext cx="1857375" cy="1304292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525" y="1405868"/>
            <a:ext cx="285750" cy="28575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28675" y="1466590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4"/>
          <p:cNvSpPr/>
          <p:nvPr/>
        </p:nvSpPr>
        <p:spPr>
          <a:xfrm>
            <a:off x="771525" y="1791630"/>
            <a:ext cx="1702088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Customizable Workflows</a:t>
            </a:r>
            <a:endParaRPr lang="en-US" sz="1013" dirty="0"/>
          </a:p>
        </p:txBody>
      </p:sp>
      <p:sp>
        <p:nvSpPr>
          <p:cNvPr id="12" name="Text 5"/>
          <p:cNvSpPr/>
          <p:nvPr/>
        </p:nvSpPr>
        <p:spPr>
          <a:xfrm>
            <a:off x="771525" y="2084524"/>
            <a:ext cx="1540693" cy="271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dolor sit amet.</a:t>
            </a:r>
            <a:endParaRPr lang="en-US" sz="788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8900" y="1262993"/>
            <a:ext cx="1857375" cy="1304292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0350" y="1405868"/>
            <a:ext cx="285750" cy="285750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2857500" y="1466590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7"/>
          <p:cNvSpPr/>
          <p:nvPr/>
        </p:nvSpPr>
        <p:spPr>
          <a:xfrm>
            <a:off x="2800350" y="1791630"/>
            <a:ext cx="1384798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Multi-Device Access</a:t>
            </a:r>
            <a:endParaRPr lang="en-US" sz="1013" dirty="0"/>
          </a:p>
        </p:txBody>
      </p:sp>
      <p:sp>
        <p:nvSpPr>
          <p:cNvPr id="17" name="Text 8"/>
          <p:cNvSpPr/>
          <p:nvPr/>
        </p:nvSpPr>
        <p:spPr>
          <a:xfrm>
            <a:off x="2800350" y="2084524"/>
            <a:ext cx="1507438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amet.</a:t>
            </a:r>
            <a:endParaRPr lang="en-US" sz="788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7725" y="1262993"/>
            <a:ext cx="1857375" cy="1304292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29175" y="1405868"/>
            <a:ext cx="285750" cy="285750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4886325" y="1466590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0"/>
          <p:cNvSpPr/>
          <p:nvPr/>
        </p:nvSpPr>
        <p:spPr>
          <a:xfrm>
            <a:off x="4829175" y="1791630"/>
            <a:ext cx="1444556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Scalable Architecture</a:t>
            </a:r>
            <a:endParaRPr lang="en-US" sz="1013" dirty="0"/>
          </a:p>
        </p:txBody>
      </p:sp>
      <p:sp>
        <p:nvSpPr>
          <p:cNvPr id="22" name="Text 11"/>
          <p:cNvSpPr/>
          <p:nvPr/>
        </p:nvSpPr>
        <p:spPr>
          <a:xfrm>
            <a:off x="4829175" y="2084524"/>
            <a:ext cx="1507438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amet.</a:t>
            </a:r>
            <a:endParaRPr lang="en-US" sz="788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86550" y="1262993"/>
            <a:ext cx="1857375" cy="1304292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58000" y="1405868"/>
            <a:ext cx="285750" cy="28575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915150" y="1466590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6" name="Text 13"/>
          <p:cNvSpPr/>
          <p:nvPr/>
        </p:nvSpPr>
        <p:spPr>
          <a:xfrm>
            <a:off x="6858000" y="1791630"/>
            <a:ext cx="1157622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Detailed Reports</a:t>
            </a:r>
            <a:endParaRPr lang="en-US" sz="1013" dirty="0"/>
          </a:p>
        </p:txBody>
      </p:sp>
      <p:sp>
        <p:nvSpPr>
          <p:cNvPr id="27" name="Text 14"/>
          <p:cNvSpPr/>
          <p:nvPr/>
        </p:nvSpPr>
        <p:spPr>
          <a:xfrm>
            <a:off x="6858000" y="2084524"/>
            <a:ext cx="1507438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amet.</a:t>
            </a:r>
            <a:endParaRPr lang="en-US" sz="788" dirty="0"/>
          </a:p>
        </p:txBody>
      </p:sp>
      <p:sp>
        <p:nvSpPr>
          <p:cNvPr id="28" name="Text 15"/>
          <p:cNvSpPr/>
          <p:nvPr/>
        </p:nvSpPr>
        <p:spPr>
          <a:xfrm>
            <a:off x="342900" y="4750594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35683" y="4832747"/>
            <a:ext cx="7265305" cy="14288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29563" y="4600488"/>
            <a:ext cx="457151" cy="457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935" y="128485"/>
            <a:ext cx="171432" cy="17143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3860" y="414235"/>
            <a:ext cx="171431" cy="17143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43860" y="585685"/>
            <a:ext cx="171431" cy="17143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43860" y="757135"/>
            <a:ext cx="171431" cy="17143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9563" y="4600488"/>
            <a:ext cx="457151" cy="457151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221162" y="321469"/>
            <a:ext cx="3159993" cy="75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700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Our Journey at a Glance</a:t>
            </a:r>
            <a:endParaRPr lang="en-US" sz="2700" dirty="0"/>
          </a:p>
        </p:txBody>
      </p:sp>
      <p:sp>
        <p:nvSpPr>
          <p:cNvPr id="10" name="Shape 2"/>
          <p:cNvSpPr/>
          <p:nvPr/>
        </p:nvSpPr>
        <p:spPr>
          <a:xfrm>
            <a:off x="2000250" y="920093"/>
            <a:ext cx="5143500" cy="514350"/>
          </a:xfrm>
          <a:prstGeom prst="roundRect">
            <a:avLst>
              <a:gd name="adj" fmla="val 15000"/>
            </a:avLst>
          </a:prstGeom>
          <a:solidFill>
            <a:srgbClr val="BFF4FF"/>
          </a:solidFill>
          <a:ln/>
        </p:spPr>
      </p:sp>
      <p:sp>
        <p:nvSpPr>
          <p:cNvPr id="11" name="Text 3"/>
          <p:cNvSpPr/>
          <p:nvPr/>
        </p:nvSpPr>
        <p:spPr>
          <a:xfrm>
            <a:off x="1634021" y="1101589"/>
            <a:ext cx="6581073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 sit amet, consectetur adipiscing elit. Aenean commodo ligula eget dolor. Aenean massa.</a:t>
            </a:r>
            <a:endParaRPr lang="en-US" sz="9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2900" y="2573871"/>
            <a:ext cx="8458200" cy="28575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1089533" y="1720193"/>
            <a:ext cx="535335" cy="28575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/>
        </p:spPr>
      </p:sp>
      <p:sp>
        <p:nvSpPr>
          <p:cNvPr id="14" name="Text 5"/>
          <p:cNvSpPr/>
          <p:nvPr/>
        </p:nvSpPr>
        <p:spPr>
          <a:xfrm>
            <a:off x="1223144" y="1787389"/>
            <a:ext cx="43434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2018</a:t>
            </a:r>
            <a:endParaRPr lang="en-US" sz="9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85875" y="2063093"/>
            <a:ext cx="142875" cy="14287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8625" y="2320268"/>
            <a:ext cx="1857375" cy="1200150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85863" y="2491718"/>
            <a:ext cx="342900" cy="342900"/>
          </a:xfrm>
          <a:prstGeom prst="rect">
            <a:avLst/>
          </a:prstGeom>
        </p:spPr>
      </p:pic>
      <p:sp>
        <p:nvSpPr>
          <p:cNvPr id="18" name="Shape 6"/>
          <p:cNvSpPr/>
          <p:nvPr/>
        </p:nvSpPr>
        <p:spPr>
          <a:xfrm>
            <a:off x="1271588" y="2577443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7"/>
          <p:cNvSpPr/>
          <p:nvPr/>
        </p:nvSpPr>
        <p:spPr>
          <a:xfrm>
            <a:off x="845865" y="2934630"/>
            <a:ext cx="1165771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Founded in 2020</a:t>
            </a:r>
            <a:endParaRPr lang="en-US" sz="1013" dirty="0"/>
          </a:p>
        </p:txBody>
      </p:sp>
      <p:sp>
        <p:nvSpPr>
          <p:cNvPr id="20" name="Text 8"/>
          <p:cNvSpPr/>
          <p:nvPr/>
        </p:nvSpPr>
        <p:spPr>
          <a:xfrm>
            <a:off x="909712" y="3213236"/>
            <a:ext cx="101862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788" dirty="0"/>
          </a:p>
        </p:txBody>
      </p:sp>
      <p:sp>
        <p:nvSpPr>
          <p:cNvPr id="21" name="Shape 9"/>
          <p:cNvSpPr/>
          <p:nvPr/>
        </p:nvSpPr>
        <p:spPr>
          <a:xfrm>
            <a:off x="3233328" y="1720193"/>
            <a:ext cx="533772" cy="28575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/>
        </p:spPr>
      </p:sp>
      <p:sp>
        <p:nvSpPr>
          <p:cNvPr id="22" name="Text 10"/>
          <p:cNvSpPr/>
          <p:nvPr/>
        </p:nvSpPr>
        <p:spPr>
          <a:xfrm>
            <a:off x="3366157" y="1787389"/>
            <a:ext cx="43434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2019</a:t>
            </a:r>
            <a:endParaRPr lang="en-US" sz="9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29000" y="2063093"/>
            <a:ext cx="142875" cy="142875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71750" y="2320268"/>
            <a:ext cx="1857375" cy="1200150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28988" y="2491718"/>
            <a:ext cx="342900" cy="342900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3414713" y="2577443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Text 12"/>
          <p:cNvSpPr/>
          <p:nvPr/>
        </p:nvSpPr>
        <p:spPr>
          <a:xfrm>
            <a:off x="2872122" y="2934630"/>
            <a:ext cx="1423303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First Product in 2021</a:t>
            </a:r>
            <a:endParaRPr lang="en-US" sz="1013" dirty="0"/>
          </a:p>
        </p:txBody>
      </p:sp>
      <p:sp>
        <p:nvSpPr>
          <p:cNvPr id="28" name="Text 13"/>
          <p:cNvSpPr/>
          <p:nvPr/>
        </p:nvSpPr>
        <p:spPr>
          <a:xfrm>
            <a:off x="3052837" y="3213236"/>
            <a:ext cx="101862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788" dirty="0"/>
          </a:p>
        </p:txBody>
      </p:sp>
      <p:sp>
        <p:nvSpPr>
          <p:cNvPr id="29" name="Shape 14"/>
          <p:cNvSpPr/>
          <p:nvPr/>
        </p:nvSpPr>
        <p:spPr>
          <a:xfrm>
            <a:off x="5359375" y="1720193"/>
            <a:ext cx="568040" cy="28575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/>
        </p:spPr>
      </p:sp>
      <p:sp>
        <p:nvSpPr>
          <p:cNvPr id="30" name="Text 15"/>
          <p:cNvSpPr/>
          <p:nvPr/>
        </p:nvSpPr>
        <p:spPr>
          <a:xfrm>
            <a:off x="5509282" y="1787389"/>
            <a:ext cx="43434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2020</a:t>
            </a:r>
            <a:endParaRPr lang="en-US" sz="9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72125" y="2063093"/>
            <a:ext cx="142875" cy="142875"/>
          </a:xfrm>
          <a:prstGeom prst="rect">
            <a:avLst/>
          </a:prstGeom>
        </p:spPr>
      </p:pic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714875" y="2320268"/>
            <a:ext cx="1857375" cy="1200150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72113" y="2491718"/>
            <a:ext cx="342900" cy="342900"/>
          </a:xfrm>
          <a:prstGeom prst="rect">
            <a:avLst/>
          </a:prstGeom>
        </p:spPr>
      </p:pic>
      <p:sp>
        <p:nvSpPr>
          <p:cNvPr id="34" name="Shape 16"/>
          <p:cNvSpPr/>
          <p:nvPr/>
        </p:nvSpPr>
        <p:spPr>
          <a:xfrm>
            <a:off x="5557838" y="2577443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5" name="Text 17"/>
          <p:cNvSpPr/>
          <p:nvPr/>
        </p:nvSpPr>
        <p:spPr>
          <a:xfrm>
            <a:off x="4971938" y="2934630"/>
            <a:ext cx="152031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Key Milestone in 2022</a:t>
            </a:r>
            <a:endParaRPr lang="en-US" sz="1013" dirty="0"/>
          </a:p>
        </p:txBody>
      </p:sp>
      <p:sp>
        <p:nvSpPr>
          <p:cNvPr id="36" name="Text 18"/>
          <p:cNvSpPr/>
          <p:nvPr/>
        </p:nvSpPr>
        <p:spPr>
          <a:xfrm>
            <a:off x="5195962" y="3213236"/>
            <a:ext cx="101862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788" dirty="0"/>
          </a:p>
        </p:txBody>
      </p:sp>
      <p:sp>
        <p:nvSpPr>
          <p:cNvPr id="37" name="Shape 19"/>
          <p:cNvSpPr/>
          <p:nvPr/>
        </p:nvSpPr>
        <p:spPr>
          <a:xfrm>
            <a:off x="7520694" y="1720193"/>
            <a:ext cx="531763" cy="28575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/>
        </p:spPr>
      </p:sp>
      <p:sp>
        <p:nvSpPr>
          <p:cNvPr id="38" name="Text 20"/>
          <p:cNvSpPr/>
          <p:nvPr/>
        </p:nvSpPr>
        <p:spPr>
          <a:xfrm>
            <a:off x="7652519" y="1787389"/>
            <a:ext cx="43434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2021</a:t>
            </a:r>
            <a:endParaRPr lang="en-US" sz="900" dirty="0"/>
          </a:p>
        </p:txBody>
      </p:sp>
      <p:pic>
        <p:nvPicPr>
          <p:cNvPr id="3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715250" y="2063093"/>
            <a:ext cx="142875" cy="142875"/>
          </a:xfrm>
          <a:prstGeom prst="rect">
            <a:avLst/>
          </a:prstGeom>
        </p:spPr>
      </p:pic>
      <p:pic>
        <p:nvPicPr>
          <p:cNvPr id="4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858000" y="2320268"/>
            <a:ext cx="1857375" cy="1393031"/>
          </a:xfrm>
          <a:prstGeom prst="rect">
            <a:avLst/>
          </a:prstGeom>
        </p:spPr>
      </p:pic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615238" y="2491718"/>
            <a:ext cx="342900" cy="342900"/>
          </a:xfrm>
          <a:prstGeom prst="rect">
            <a:avLst/>
          </a:prstGeom>
        </p:spPr>
      </p:pic>
      <p:sp>
        <p:nvSpPr>
          <p:cNvPr id="42" name="Shape 21"/>
          <p:cNvSpPr/>
          <p:nvPr/>
        </p:nvSpPr>
        <p:spPr>
          <a:xfrm>
            <a:off x="7700963" y="2577443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3" name="Text 22"/>
          <p:cNvSpPr/>
          <p:nvPr/>
        </p:nvSpPr>
        <p:spPr>
          <a:xfrm>
            <a:off x="7189850" y="2934630"/>
            <a:ext cx="1395549" cy="325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Global Expansion in 2024</a:t>
            </a:r>
            <a:endParaRPr lang="en-US" sz="1013" dirty="0"/>
          </a:p>
        </p:txBody>
      </p:sp>
      <p:sp>
        <p:nvSpPr>
          <p:cNvPr id="44" name="Text 23"/>
          <p:cNvSpPr/>
          <p:nvPr/>
        </p:nvSpPr>
        <p:spPr>
          <a:xfrm>
            <a:off x="7339087" y="3406118"/>
            <a:ext cx="101862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Lorem ipsum dolor</a:t>
            </a:r>
            <a:endParaRPr lang="en-US" sz="788" dirty="0"/>
          </a:p>
        </p:txBody>
      </p:sp>
      <p:sp>
        <p:nvSpPr>
          <p:cNvPr id="45" name="Text 24"/>
          <p:cNvSpPr/>
          <p:nvPr/>
        </p:nvSpPr>
        <p:spPr>
          <a:xfrm>
            <a:off x="342900" y="4750594"/>
            <a:ext cx="1096137" cy="25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www.yourwebsite.com</a:t>
            </a:r>
            <a:endParaRPr lang="en-US" sz="788" dirty="0"/>
          </a:p>
        </p:txBody>
      </p:sp>
      <p:pic>
        <p:nvPicPr>
          <p:cNvPr id="46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535683" y="4832747"/>
            <a:ext cx="7265305" cy="14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2026-08-12T08:38:45Z</dcterms:created>
  <dcterms:modified xsi:type="dcterms:W3CDTF">2026-08-12T08:38:45Z</dcterms:modified>
</cp:coreProperties>
</file>