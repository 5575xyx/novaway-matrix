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0716"/>
            <a:ext cx="9182174" cy="51649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4350" y="752438"/>
            <a:ext cx="4143710" cy="60721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spc="-36" kern="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14350" y="1381199"/>
            <a:ext cx="2977497" cy="8926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strategic internal roadmap to dominate the postgraduate market through high-impact GTM execution and enrollment growth.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14350" y="4177978"/>
            <a:ext cx="719099" cy="235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b="1" spc="-13" kern="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James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14350" y="4462053"/>
            <a:ext cx="619042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b="1" spc="-10" kern="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Student</a:t>
            </a:r>
            <a:endParaRPr lang="en-US" sz="1000" dirty="0"/>
          </a:p>
        </p:txBody>
      </p:sp>
      <p:pic>
        <p:nvPicPr>
          <p:cNvPr id="8" name="Image 1" descr="E:\AImoney\NovaWay-Matrix\novaway-coder\.tmp\presenton-pptx-deck\dynamic\assets\images\replaceable_template_image.png">    </p:cNvPr>
          <p:cNvPicPr>
            <a:picLocks noChangeAspect="1"/>
          </p:cNvPicPr>
          <p:nvPr/>
        </p:nvPicPr>
        <p:blipFill>
          <a:blip r:embed="rId2"/>
          <a:srcRect l="21876" r="21876" t="0" b="0"/>
          <a:stretch/>
        </p:blipFill>
        <p:spPr>
          <a:xfrm>
            <a:off x="5044157" y="514350"/>
            <a:ext cx="4114688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488" y="0"/>
            <a:ext cx="9162976" cy="5154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02035" y="495263"/>
            <a:ext cx="1676438" cy="9215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01000"/>
              </a:lnSpc>
              <a:buNone/>
            </a:pPr>
            <a:r>
              <a:rPr lang="en-US" sz="5500" b="1" spc="-242" kern="0" dirty="0">
                <a:solidFill>
                  <a:srgbClr val="FD7536"/>
                </a:solidFill>
                <a:latin typeface="Montserrat Semi-Bold" pitchFamily="34" charset="0"/>
                <a:ea typeface="Montserrat Semi-Bold" pitchFamily="34" charset="-122"/>
                <a:cs typeface="Montserrat Semi-Bold" pitchFamily="34" charset="-120"/>
              </a:rPr>
              <a:t>01</a:t>
            </a:r>
            <a:endParaRPr lang="en-US" sz="5500" dirty="0"/>
          </a:p>
        </p:txBody>
      </p:sp>
      <p:sp>
        <p:nvSpPr>
          <p:cNvPr id="5" name="Text 2"/>
          <p:cNvSpPr/>
          <p:nvPr/>
        </p:nvSpPr>
        <p:spPr>
          <a:xfrm>
            <a:off x="1142107" y="1286656"/>
            <a:ext cx="885280" cy="405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spc="-12" kern="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MARKET DEMAND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75308" y="3853830"/>
            <a:ext cx="2202775" cy="664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D9D9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growth in financial services, tech startups, and non-profit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7258" y="514350"/>
            <a:ext cx="714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488" y="0"/>
            <a:ext cx="9162976" cy="515421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14350" y="603424"/>
            <a:ext cx="8115300" cy="2828925"/>
          </a:xfrm>
          <a:prstGeom prst="roundRect">
            <a:avLst>
              <a:gd name="adj" fmla="val 1851"/>
            </a:avLst>
          </a:prstGeom>
          <a:noFill/>
          <a:ln/>
        </p:spPr>
      </p:sp>
      <p:pic>
        <p:nvPicPr>
          <p:cNvPr id="5" name="Image 1" descr="E:\AImoney\NovaWay-Matrix\novaway-coder\.tmp\presenton-pptx-deck\dynamic\assets\images\replaceable_template_image.png">    </p:cNvPr>
          <p:cNvPicPr>
            <a:picLocks noChangeAspect="1"/>
          </p:cNvPicPr>
          <p:nvPr/>
        </p:nvPicPr>
        <p:blipFill>
          <a:blip r:embed="rId2"/>
          <a:srcRect l="0" r="0" t="18936" b="18936"/>
          <a:stretch/>
        </p:blipFill>
        <p:spPr>
          <a:xfrm>
            <a:off x="514350" y="603758"/>
            <a:ext cx="8115300" cy="283606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63017" y="4017913"/>
            <a:ext cx="4818727" cy="60721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3600" b="1" spc="-36" kern="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OUR APPROACHES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5519998" y="3967683"/>
            <a:ext cx="3284035" cy="664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D9D9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Lorem ipsum dolor sit amet, consectetur adipiscing elit, sed do eiusmod tempor incididunt ut labore et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4350" y="473832"/>
            <a:ext cx="7006501" cy="11787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600" b="1" spc="-36" kern="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COMPANIES AVERAGE 12</a:t>
            </a:r>
            <a:endParaRPr lang="en-US" sz="3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3600" b="1" spc="-36" kern="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DISCONNECTED HR AND IT</a:t>
            </a:r>
            <a:endParaRPr lang="en-US" sz="3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1752" y="2725229"/>
            <a:ext cx="2540496" cy="190380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436590" y="2842208"/>
            <a:ext cx="2318415" cy="8926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i="1" spc="-12" kern="0" dirty="0">
                <a:solidFill>
                  <a:srgbClr val="D9D9D9"/>
                </a:solidFill>
                <a:latin typeface="Montserrat Italics" pitchFamily="34" charset="0"/>
                <a:ea typeface="Montserrat Italics" pitchFamily="34" charset="-122"/>
                <a:cs typeface="Montserrat Italics" pitchFamily="34" charset="-120"/>
              </a:rPr>
              <a:t>The employee graph is real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i="1" spc="-12" kern="0" dirty="0">
                <a:solidFill>
                  <a:srgbClr val="D9D9D9"/>
                </a:solidFill>
                <a:latin typeface="Montserrat Italics" pitchFamily="34" charset="0"/>
                <a:ea typeface="Montserrat Italics" pitchFamily="34" charset="-122"/>
                <a:cs typeface="Montserrat Italics" pitchFamily="34" charset="-120"/>
              </a:rPr>
              <a:t>magic - change someone’s department &amp; their devices, apps and permission.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3436590" y="4091583"/>
            <a:ext cx="868546" cy="18573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spc="-11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Name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3436590" y="4303886"/>
            <a:ext cx="844181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spc="-1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297859" y="-4726260"/>
            <a:ext cx="17739717" cy="99785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4350" y="471488"/>
            <a:ext cx="4934867" cy="60721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600" b="1" spc="-36" kern="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LOREM IPSUM DOL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14350" y="1207294"/>
            <a:ext cx="6449556" cy="4356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D9D9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Lorem ipsum dolor sit amet, consectetur adipiscing elit, sed do eiusmod tempor incididunt ut labore et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57863" y="1393031"/>
            <a:ext cx="2871788" cy="32361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93594" y="1600200"/>
            <a:ext cx="1250929" cy="32146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00" b="1" spc="-19" kern="0" dirty="0">
                <a:solidFill>
                  <a:srgbClr val="FFFFFF"/>
                </a:solidFill>
                <a:latin typeface="Montserrat Semi-Bold" pitchFamily="34" charset="0"/>
                <a:ea typeface="Montserrat Semi-Bold" pitchFamily="34" charset="-122"/>
                <a:cs typeface="Montserrat Semi-Bold" pitchFamily="34" charset="-120"/>
              </a:rPr>
              <a:t>Heading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5893594" y="2050256"/>
            <a:ext cx="2295537" cy="813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spc="-11" kern="0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Lorem ipsum dolor sit amet, consectetur adipiscing elit, sed do eiusmod tempor incididunt ut labore et dolore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57863" y="3007519"/>
            <a:ext cx="2871788" cy="18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893594" y="3178969"/>
            <a:ext cx="1250929" cy="32146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00" b="1" spc="-19" kern="0" dirty="0">
                <a:solidFill>
                  <a:srgbClr val="FFFFFF"/>
                </a:solidFill>
                <a:latin typeface="Montserrat Semi-Bold" pitchFamily="34" charset="0"/>
                <a:ea typeface="Montserrat Semi-Bold" pitchFamily="34" charset="-122"/>
                <a:cs typeface="Montserrat Semi-Bold" pitchFamily="34" charset="-120"/>
              </a:rPr>
              <a:t>Heading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5893594" y="3621881"/>
            <a:ext cx="2295537" cy="813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spc="-11" kern="0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Lorem ipsum dolor sit amet, consectetur adipiscing elit, sed do eiusmod tempor incididunt ut labore et dolore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97859" y="-4835091"/>
            <a:ext cx="17739717" cy="997859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954052" y="1407319"/>
            <a:ext cx="3824697" cy="11787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600" b="1" spc="-36" kern="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WHAT COMES NEXT?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2331207" y="2621756"/>
            <a:ext cx="5068258" cy="4356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Lorem ipsum dolor sit amet, consectetur adipiscing elit, sed do eiusmod tempor incididunt ut labore et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2026-08-12T08:37:48Z</dcterms:created>
  <dcterms:modified xsi:type="dcterms:W3CDTF">2026-08-12T08:37:48Z</dcterms:modified>
</cp:coreProperties>
</file>