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60413" y="2533017"/>
            <a:ext cx="7269212" cy="712388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6668" y="2224274"/>
            <a:ext cx="7269212" cy="7123881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05" y="-5689104"/>
            <a:ext cx="7269212" cy="7123881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239" y="-5997848"/>
            <a:ext cx="7269212" cy="712388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607902" y="1424508"/>
            <a:ext cx="6917146" cy="2531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SMART TASK </a:t>
            </a:r>
            <a:endParaRPr lang="en-US" sz="6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MANAGEMENT PLATFORM</a:t>
            </a:r>
            <a:endParaRPr lang="en-US" sz="6000" dirty="0"/>
          </a:p>
        </p:txBody>
      </p:sp>
      <p:sp>
        <p:nvSpPr>
          <p:cNvPr id="8" name="Text 2"/>
          <p:cNvSpPr/>
          <p:nvPr/>
        </p:nvSpPr>
        <p:spPr>
          <a:xfrm>
            <a:off x="2205410" y="3186782"/>
            <a:ext cx="5301038" cy="221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spc="8" kern="0" dirty="0">
                <a:solidFill>
                  <a:srgbClr val="000000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Organize Work. Improve Collaboration. Achieve More.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427062" y="4496991"/>
            <a:ext cx="765172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spc="2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427062" y="4644777"/>
            <a:ext cx="841391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b="1" spc="6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Name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8350262" y="4502907"/>
            <a:ext cx="33769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00" spc="17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</a:t>
            </a:r>
            <a:endParaRPr lang="en-US" sz="700" dirty="0"/>
          </a:p>
        </p:txBody>
      </p:sp>
      <p:sp>
        <p:nvSpPr>
          <p:cNvPr id="12" name="Text 6"/>
          <p:cNvSpPr/>
          <p:nvPr/>
        </p:nvSpPr>
        <p:spPr>
          <a:xfrm>
            <a:off x="7592578" y="4666208"/>
            <a:ext cx="1082260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spc="5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22 December 2030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111855" y="-1489751"/>
            <a:ext cx="7123881" cy="726921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03111" y="-1886006"/>
            <a:ext cx="7123881" cy="72692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0963" y="319013"/>
            <a:ext cx="4410301" cy="1368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49" b="1" spc="-31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Our Solution Smart Task Management Platform</a:t>
            </a:r>
            <a:endParaRPr lang="en-US" sz="3149" dirty="0"/>
          </a:p>
        </p:txBody>
      </p:sp>
      <p:sp>
        <p:nvSpPr>
          <p:cNvPr id="6" name="Text 2"/>
          <p:cNvSpPr/>
          <p:nvPr/>
        </p:nvSpPr>
        <p:spPr>
          <a:xfrm>
            <a:off x="380963" y="1424397"/>
            <a:ext cx="3974747" cy="704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b="1" spc="6" kern="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proposed platform provides an all-in-one digital solution where users can manage projects, tasks, deadlines, communication, and analytics from a single dashboard.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0" y="1824558"/>
            <a:ext cx="4094373" cy="1308646"/>
          </a:xfrm>
          <a:prstGeom prst="roundRect">
            <a:avLst>
              <a:gd name="adj" fmla="val 19652"/>
            </a:avLst>
          </a:prstGeom>
          <a:solidFill>
            <a:srgbClr val="F7F6FB"/>
          </a:solidFill>
          <a:ln/>
        </p:spPr>
      </p:sp>
      <p:sp>
        <p:nvSpPr>
          <p:cNvPr id="8" name="Shape 4"/>
          <p:cNvSpPr/>
          <p:nvPr/>
        </p:nvSpPr>
        <p:spPr>
          <a:xfrm>
            <a:off x="4814888" y="2031727"/>
            <a:ext cx="162744" cy="1684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5"/>
          <p:cNvSpPr/>
          <p:nvPr/>
        </p:nvSpPr>
        <p:spPr>
          <a:xfrm>
            <a:off x="4814888" y="2367483"/>
            <a:ext cx="1754969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4" kern="0" dirty="0">
                <a:solidFill>
                  <a:srgbClr val="000000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Centralized Learning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14888" y="2663949"/>
            <a:ext cx="3837355" cy="247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00" spc="4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tasks, projects, deadlines, and team activities are managed from one unified dashboard. This eliminates the need to switch between multiple applications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233395" y="4678487"/>
            <a:ext cx="386020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spc="5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Page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545934" y="4678487"/>
            <a:ext cx="243802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spc="5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4962" y="2674107"/>
            <a:ext cx="7269212" cy="712388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595" y="2365363"/>
            <a:ext cx="7269212" cy="7123881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07506" y="-5731632"/>
            <a:ext cx="7269212" cy="7123881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03873" y="-6040375"/>
            <a:ext cx="7269212" cy="7123881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80963" y="250031"/>
            <a:ext cx="3662837" cy="9215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5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AGENDA</a:t>
            </a:r>
            <a:endParaRPr lang="en-US" sz="5500" dirty="0"/>
          </a:p>
        </p:txBody>
      </p:sp>
      <p:sp>
        <p:nvSpPr>
          <p:cNvPr id="8" name="Text 2"/>
          <p:cNvSpPr/>
          <p:nvPr/>
        </p:nvSpPr>
        <p:spPr>
          <a:xfrm>
            <a:off x="380963" y="1374279"/>
            <a:ext cx="472366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7000"/>
              </a:lnSpc>
              <a:buNone/>
            </a:pPr>
            <a:r>
              <a:rPr lang="en-US" sz="1200" b="1" spc="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01.</a:t>
            </a:r>
            <a:endParaRPr lang="en-US" sz="1200" dirty="0"/>
          </a:p>
        </p:txBody>
      </p:sp>
      <p:sp>
        <p:nvSpPr>
          <p:cNvPr id="9" name="Text 3"/>
          <p:cNvSpPr/>
          <p:nvPr/>
        </p:nvSpPr>
        <p:spPr>
          <a:xfrm>
            <a:off x="615032" y="1374279"/>
            <a:ext cx="1125377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7000"/>
              </a:lnSpc>
              <a:buNone/>
            </a:pPr>
            <a:r>
              <a:rPr lang="en-US" sz="1200" b="1" spc="7" kern="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8329947" y="4681724"/>
            <a:ext cx="386020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spc="5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Page</a:t>
            </a:r>
            <a:endParaRPr lang="en-US" sz="800" dirty="0"/>
          </a:p>
        </p:txBody>
      </p:sp>
      <p:sp>
        <p:nvSpPr>
          <p:cNvPr id="11" name="Text 5"/>
          <p:cNvSpPr/>
          <p:nvPr/>
        </p:nvSpPr>
        <p:spPr>
          <a:xfrm>
            <a:off x="8686354" y="4681724"/>
            <a:ext cx="243802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spc="5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78619" y="314325"/>
            <a:ext cx="7010501" cy="5286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50" spc="-31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Problems Faced by Organizations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378619" y="842963"/>
            <a:ext cx="8005376" cy="349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1" b="1" spc="6" kern="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Smart Task Management Platform by presenting its purpose, vision, and importance. It provides the audience with a clear understanding of what the platform.</a:t>
            </a:r>
            <a:endParaRPr lang="en-US" sz="1001" dirty="0"/>
          </a:p>
        </p:txBody>
      </p:sp>
      <p:sp>
        <p:nvSpPr>
          <p:cNvPr id="5" name="Shape 3"/>
          <p:cNvSpPr/>
          <p:nvPr/>
        </p:nvSpPr>
        <p:spPr>
          <a:xfrm>
            <a:off x="3550444" y="1593056"/>
            <a:ext cx="1950244" cy="3550444"/>
          </a:xfrm>
          <a:prstGeom prst="roundRect">
            <a:avLst>
              <a:gd name="adj" fmla="val 3663"/>
            </a:avLst>
          </a:prstGeom>
          <a:solidFill>
            <a:srgbClr val="F8F7FB"/>
          </a:solidFill>
          <a:ln/>
        </p:spPr>
      </p:sp>
      <p:sp>
        <p:nvSpPr>
          <p:cNvPr id="6" name="Text 4"/>
          <p:cNvSpPr/>
          <p:nvPr/>
        </p:nvSpPr>
        <p:spPr>
          <a:xfrm>
            <a:off x="4346637" y="2193131"/>
            <a:ext cx="1143572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3752" b="1" spc="23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3752" dirty="0"/>
          </a:p>
        </p:txBody>
      </p:sp>
      <p:sp>
        <p:nvSpPr>
          <p:cNvPr id="7" name="Text 5"/>
          <p:cNvSpPr/>
          <p:nvPr/>
        </p:nvSpPr>
        <p:spPr>
          <a:xfrm>
            <a:off x="3877047" y="3486150"/>
            <a:ext cx="1452682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98" b="1" spc="-4" kern="0" dirty="0">
                <a:solidFill>
                  <a:srgbClr val="000000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Project Overview</a:t>
            </a:r>
            <a:endParaRPr lang="en-US" sz="1198" dirty="0"/>
          </a:p>
        </p:txBody>
      </p:sp>
      <p:sp>
        <p:nvSpPr>
          <p:cNvPr id="8" name="Text 6"/>
          <p:cNvSpPr/>
          <p:nvPr/>
        </p:nvSpPr>
        <p:spPr>
          <a:xfrm>
            <a:off x="3695440" y="3743325"/>
            <a:ext cx="1897487" cy="513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698" spc="4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provides the audience with a clear understanding of what the platforms’ developed, and how it addresses the growing need for efficient task</a:t>
            </a:r>
            <a:endParaRPr lang="en-US" sz="698" dirty="0"/>
          </a:p>
        </p:txBody>
      </p:sp>
      <p:sp>
        <p:nvSpPr>
          <p:cNvPr id="9" name="Text 7"/>
          <p:cNvSpPr/>
          <p:nvPr/>
        </p:nvSpPr>
        <p:spPr>
          <a:xfrm>
            <a:off x="8235516" y="4672013"/>
            <a:ext cx="385477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99" b="1" spc="5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Page</a:t>
            </a:r>
            <a:endParaRPr lang="en-US" sz="799" dirty="0"/>
          </a:p>
        </p:txBody>
      </p:sp>
      <p:sp>
        <p:nvSpPr>
          <p:cNvPr id="10" name="Text 8"/>
          <p:cNvSpPr/>
          <p:nvPr/>
        </p:nvSpPr>
        <p:spPr>
          <a:xfrm>
            <a:off x="8545153" y="4672013"/>
            <a:ext cx="243459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99" spc="5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79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29100" y="0"/>
            <a:ext cx="49149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37147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0963" y="323813"/>
            <a:ext cx="4038755" cy="1320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3150" b="1" spc="-28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Smart Task demonstrates the measurable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380963" y="4093927"/>
            <a:ext cx="4129516" cy="527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spc="6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Lorem ipsum dolor sit amet, consectetur adipiscing elit. Quisque molestie nisl eu sem tristique, sit amet convallis ex aliquam.</a:t>
            </a:r>
            <a:endParaRPr lang="en-US" sz="1000" dirty="0"/>
          </a:p>
        </p:txBody>
      </p:sp>
      <p:pic>
        <p:nvPicPr>
          <p:cNvPr id="7" name="Image 2" descr="E:\AImoney\NovaWay-Matrix\novaway-coder\.tmp\presenton-pptx-deck\executive\assets\images\replaceable_template_image.png">    </p:cNvPr>
          <p:cNvPicPr>
            <a:picLocks noChangeAspect="1"/>
          </p:cNvPicPr>
          <p:nvPr/>
        </p:nvPicPr>
        <p:blipFill>
          <a:blip r:embed="rId5"/>
          <a:srcRect l="24883" r="24883" t="0" b="0"/>
          <a:stretch/>
        </p:blipFill>
        <p:spPr>
          <a:xfrm>
            <a:off x="4736753" y="333301"/>
            <a:ext cx="3892786" cy="435902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29947" y="4681724"/>
            <a:ext cx="386020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spc="5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8642598" y="4681724"/>
            <a:ext cx="243802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spc="5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830514" y="3523655"/>
            <a:ext cx="7269212" cy="7123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0963" y="316669"/>
            <a:ext cx="2174866" cy="52863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149" spc="-62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Summary</a:t>
            </a:r>
            <a:endParaRPr lang="en-US" sz="3149" dirty="0"/>
          </a:p>
        </p:txBody>
      </p:sp>
      <p:sp>
        <p:nvSpPr>
          <p:cNvPr id="5" name="Text 2"/>
          <p:cNvSpPr/>
          <p:nvPr/>
        </p:nvSpPr>
        <p:spPr>
          <a:xfrm>
            <a:off x="380963" y="1322375"/>
            <a:ext cx="4187273" cy="527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b="1" spc="6" kern="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Digital Learning Platform provides a modern, secure, and accessible solution for online education. By combining interactive learning tools.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808637" y="1809713"/>
            <a:ext cx="3986213" cy="475952"/>
          </a:xfrm>
          <a:prstGeom prst="roundRect">
            <a:avLst>
              <a:gd name="adj" fmla="val 48030"/>
            </a:avLst>
          </a:prstGeom>
          <a:solidFill>
            <a:srgbClr val="F0EEF8"/>
          </a:solidFill>
          <a:ln/>
        </p:spPr>
      </p:sp>
      <p:sp>
        <p:nvSpPr>
          <p:cNvPr id="7" name="Text 4"/>
          <p:cNvSpPr/>
          <p:nvPr/>
        </p:nvSpPr>
        <p:spPr>
          <a:xfrm>
            <a:off x="4972943" y="1952588"/>
            <a:ext cx="3401425" cy="20716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7" kern="0" dirty="0">
                <a:solidFill>
                  <a:srgbClr val="000000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Intelligent Task &amp; Project Management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80980" y="2313682"/>
            <a:ext cx="4148519" cy="527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spc="6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platform centralizes task planning, assignment, and tracking to improve collaboration and ensure timely project completion.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29947" y="4681724"/>
            <a:ext cx="386020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spc="5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Page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42598" y="4681724"/>
            <a:ext cx="243802" cy="13573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spc="5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2026-08-12T08:38:04Z</dcterms:created>
  <dcterms:modified xsi:type="dcterms:W3CDTF">2026-08-12T08:38:04Z</dcterms:modified>
</cp:coreProperties>
</file>