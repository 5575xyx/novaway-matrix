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2222"/>
            </a:avLst>
          </a:prstGeom>
          <a:solidFill>
            <a:srgbClr val="FAF3E1">
              <a:alpha val="74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Risograph 印刷小志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17320" y="1938528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3063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411480"/>
            <a:ext cx="640080" cy="640080"/>
          </a:xfrm>
          <a:prstGeom prst="ellipse">
            <a:avLst/>
          </a:prstGeom>
          <a:solidFill>
            <a:srgbClr val="E457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3B5BA5">
              <a:alpha val="56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1947672"/>
            <a:ext cx="4754880" cy="0"/>
          </a:xfrm>
          <a:prstGeom prst="line">
            <a:avLst/>
          </a:prstGeom>
          <a:noFill/>
          <a:ln w="9525">
            <a:solidFill>
              <a:srgbClr val="9A92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828800" y="2660904"/>
            <a:ext cx="4754880" cy="0"/>
          </a:xfrm>
          <a:prstGeom prst="line">
            <a:avLst/>
          </a:prstGeom>
          <a:noFill/>
          <a:ln w="9525">
            <a:solidFill>
              <a:srgbClr val="9A92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13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29809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828800" y="3374136"/>
            <a:ext cx="4754880" cy="0"/>
          </a:xfrm>
          <a:prstGeom prst="line">
            <a:avLst/>
          </a:prstGeom>
          <a:noFill/>
          <a:ln w="9525">
            <a:solidFill>
              <a:srgbClr val="9A92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0266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648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36941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828800" y="4087368"/>
            <a:ext cx="4754880" cy="0"/>
          </a:xfrm>
          <a:prstGeom prst="line">
            <a:avLst/>
          </a:prstGeom>
          <a:noFill/>
          <a:ln w="9525">
            <a:solidFill>
              <a:srgbClr val="9A92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7398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关键观点二：用数据说明变化和差距。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关键观点三：给出下一步可执行动作。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749040" cy="1097280"/>
          </a:xfrm>
          <a:prstGeom prst="rect">
            <a:avLst/>
          </a:prstGeom>
          <a:solidFill>
            <a:srgbClr val="E4572E">
              <a:alpha val="26000"/>
            </a:srgbClr>
          </a:solidFill>
          <a:ln w="12700">
            <a:solidFill>
              <a:srgbClr val="9A92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749040" cy="1097280"/>
          </a:xfrm>
          <a:prstGeom prst="rect">
            <a:avLst/>
          </a:prstGeom>
          <a:solidFill>
            <a:srgbClr val="3B5BA5">
              <a:alpha val="26000"/>
            </a:srgbClr>
          </a:solidFill>
          <a:ln w="12700">
            <a:solidFill>
              <a:srgbClr val="9A92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3749040" cy="1097280"/>
          </a:xfrm>
          <a:prstGeom prst="rect">
            <a:avLst/>
          </a:prstGeom>
          <a:solidFill>
            <a:srgbClr val="E4572E">
              <a:alpha val="26000"/>
            </a:srgbClr>
          </a:solidFill>
          <a:ln w="12700">
            <a:solidFill>
              <a:srgbClr val="9A92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指标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Q1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变化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营收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1.28 亿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1.64 亿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+28%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活跃用户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82 万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106 万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+29%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转化率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3.6%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4.4%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2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+0.8pt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589520" cy="54864"/>
          </a:xfrm>
          <a:prstGeom prst="rect">
            <a:avLst/>
          </a:prstGeom>
          <a:solidFill>
            <a:srgbClr val="9A92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2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谢谢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2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2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Risograph 印刷小志</dc:title>
  <dc:subject>米白纸面、双色印刷感和手工错位排版，适合独立项目、书店文化和创意期刊。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