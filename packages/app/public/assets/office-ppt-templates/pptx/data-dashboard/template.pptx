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趋势</c:v>
                </c:pt>
              </c:strCache>
            </c:strRef>
          </c:tx>
          <c:spPr>
            <a:solidFill>
              <a:srgbClr val="35D07F"/>
            </a:solidFill>
            <a:ln w="25400" cap="flat">
              <a:solidFill>
                <a:srgbClr val="35D0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5D07F"/>
              </a:solidFill>
              <a:ln w="9525" cap="flat">
                <a:solidFill>
                  <a:srgbClr val="35D0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88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96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35D07F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2926080"/>
            <a:ext cx="3200400" cy="3200400"/>
          </a:xfrm>
          <a:prstGeom prst="ellipse">
            <a:avLst/>
          </a:prstGeom>
          <a:solidFill>
            <a:srgbClr val="35D07F">
              <a:alpha val="3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DASHBOARD 数据驾驶舱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标题标题标题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把核心结论写成一句话，让读者一眼看到这次汇报的价值。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343400"/>
            <a:ext cx="914400" cy="91440"/>
          </a:xfrm>
          <a:prstGeom prst="rect">
            <a:avLst/>
          </a:prstGeom>
          <a:solidFill>
            <a:srgbClr val="35D07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7048" y="2468880"/>
            <a:ext cx="274320" cy="27432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7276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核心背景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114300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2468880"/>
            <a:ext cx="274320" cy="27432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69848"/>
            <a:ext cx="1280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目标与方法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84648" y="2468880"/>
            <a:ext cx="274320" cy="27432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57276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1554480" cy="1325880"/>
          </a:xfrm>
          <a:prstGeom prst="roundRect">
            <a:avLst>
              <a:gd name="adj" fmla="val 4138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13448" y="2468880"/>
            <a:ext cx="274320" cy="27432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069848"/>
            <a:ext cx="1280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行动建议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768096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7589520" cy="45720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关键观点一：先讲结论，再给支撑。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关键观点二：用数据说明变化和差距。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关键观点三：给出下一步可执行动作。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64592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35D07F">
              <a:alpha val="12000"/>
            </a:srgbClr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这里放一个必须被记住的核心判断。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+28%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167335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703320" cy="1097280"/>
          </a:xfrm>
          <a:prstGeom prst="roundRect">
            <a:avLst>
              <a:gd name="adj" fmla="val 6667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¥0.42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5D07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成功率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3.2pt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72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延迟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901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1938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18%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单次成本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¥0.42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0896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 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3703320" cy="914400"/>
          </a:xfrm>
          <a:prstGeom prst="roundRect">
            <a:avLst>
              <a:gd name="adj" fmla="val 7000"/>
            </a:avLst>
          </a:prstGeom>
          <a:solidFill>
            <a:srgbClr val="0C1B31"/>
          </a:solidFill>
          <a:ln w="12700">
            <a:solidFill>
              <a:srgbClr val="35D0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715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可靠性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44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86600" y="30815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5D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22960" y="3566160"/>
          <a:ext cx="749808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3291840"/>
            <a:ext cx="2926080" cy="2926080"/>
          </a:xfrm>
          <a:prstGeom prst="ellipse">
            <a:avLst/>
          </a:prstGeom>
          <a:solidFill>
            <a:srgbClr val="35D07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谢谢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把关键结论和下一步行动再强调一次。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35D07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B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7C96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6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Dashboard 数据驾驶舱</dc:title>
  <dc:subject>深色驾驶舱、KPI 卡片、数据表和趋势条，适合经营分析、财报和增长复盘。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