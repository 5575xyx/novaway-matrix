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D7261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BRUTALIST 粗野报纸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1143000"/>
            <a:ext cx="8138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标题标题标题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502920" y="2487168"/>
            <a:ext cx="8138160" cy="10972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88920"/>
            <a:ext cx="5852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把核心结论写成一句话，让读者一眼看到这次汇报的价值。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 rot="240000">
            <a:off x="6995160" y="1051560"/>
            <a:ext cx="1645920" cy="1645920"/>
          </a:xfrm>
          <a:prstGeom prst="rect">
            <a:avLst/>
          </a:prstGeom>
          <a:solidFill>
            <a:srgbClr val="D7261D"/>
          </a:solidFill>
          <a:ln w="25400">
            <a:solidFill>
              <a:srgbClr val="11111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23760" y="16002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EFE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VOL.20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D7261D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02920"/>
            <a:ext cx="621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目录与主线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0" y="566928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F6C6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NovaWay / PPT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1463040"/>
            <a:ext cx="7498080" cy="475488"/>
          </a:xfrm>
          <a:prstGeom prst="rect">
            <a:avLst/>
          </a:prstGeom>
          <a:solidFill>
            <a:srgbClr val="F2EFE7"/>
          </a:solidFill>
          <a:ln w="12700">
            <a:solidFill>
              <a:srgbClr val="6F6C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517904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726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45920" y="1536192"/>
            <a:ext cx="6035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核心背景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2148840"/>
            <a:ext cx="7498080" cy="475488"/>
          </a:xfrm>
          <a:prstGeom prst="rect">
            <a:avLst/>
          </a:prstGeom>
          <a:solidFill>
            <a:srgbClr val="F2EFE7"/>
          </a:solidFill>
          <a:ln w="12700">
            <a:solidFill>
              <a:srgbClr val="6F6C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203704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726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45920" y="2221992"/>
            <a:ext cx="6035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目标与方法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2834640"/>
            <a:ext cx="7498080" cy="475488"/>
          </a:xfrm>
          <a:prstGeom prst="rect">
            <a:avLst/>
          </a:prstGeom>
          <a:solidFill>
            <a:srgbClr val="F2EFE7"/>
          </a:solidFill>
          <a:ln w="12700">
            <a:solidFill>
              <a:srgbClr val="6F6C6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889504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726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45920" y="2907792"/>
            <a:ext cx="6035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关键发现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85800" y="3520440"/>
            <a:ext cx="7498080" cy="475488"/>
          </a:xfrm>
          <a:prstGeom prst="rect">
            <a:avLst/>
          </a:prstGeom>
          <a:solidFill>
            <a:srgbClr val="F2EFE7"/>
          </a:solidFill>
          <a:ln w="12700">
            <a:solidFill>
              <a:srgbClr val="6F6C6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575304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726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645920" y="3593592"/>
            <a:ext cx="6035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行动建议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77240" y="4828032"/>
            <a:ext cx="7589520" cy="0"/>
          </a:xfrm>
          <a:prstGeom prst="line">
            <a:avLst/>
          </a:prstGeom>
          <a:noFill/>
          <a:ln w="12700">
            <a:solidFill>
              <a:srgbClr val="6F6C6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48646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6C6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 / 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D7261D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02920"/>
            <a:ext cx="621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核心内容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0" y="566928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F6C6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NovaWay / PPT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155448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关键观点一：先讲结论，再给支撑。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关键观点二：用数据说明变化和差距。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0" y="1554480"/>
            <a:ext cx="0" cy="2560320"/>
          </a:xfrm>
          <a:prstGeom prst="line">
            <a:avLst/>
          </a:prstGeom>
          <a:noFill/>
          <a:ln w="12700">
            <a:solidFill>
              <a:srgbClr val="6F6C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00600" y="155448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关键观点三：给出下一步可执行动作。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4828032"/>
            <a:ext cx="7589520" cy="0"/>
          </a:xfrm>
          <a:prstGeom prst="line">
            <a:avLst/>
          </a:prstGeom>
          <a:noFill/>
          <a:ln w="12700">
            <a:solidFill>
              <a:srgbClr val="6F6C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0" y="48646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6C6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/ 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D7261D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02920"/>
            <a:ext cx="621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要点卡片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0" y="566928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F6C6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NovaWay / PPT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 rot="-180000">
            <a:off x="685800" y="1508760"/>
            <a:ext cx="2377440" cy="2468880"/>
          </a:xfrm>
          <a:prstGeom prst="rect">
            <a:avLst/>
          </a:prstGeom>
          <a:solidFill>
            <a:srgbClr val="F2EFE7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82880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现状：用一句量化现状。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 rot="120000">
            <a:off x="3337560" y="1508760"/>
            <a:ext cx="2377440" cy="2468880"/>
          </a:xfrm>
          <a:prstGeom prst="rect">
            <a:avLst/>
          </a:prstGeom>
          <a:solidFill>
            <a:srgbClr val="1B3B6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11880" y="182880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路径：说明推进节奏。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 rot="-120000">
            <a:off x="5989320" y="1508760"/>
            <a:ext cx="2377440" cy="2468880"/>
          </a:xfrm>
          <a:prstGeom prst="rect">
            <a:avLst/>
          </a:prstGeom>
          <a:solidFill>
            <a:srgbClr val="F2EFE7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63640" y="182880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结果：突出可验收成果。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77240" y="4828032"/>
            <a:ext cx="7589520" cy="0"/>
          </a:xfrm>
          <a:prstGeom prst="line">
            <a:avLst/>
          </a:prstGeom>
          <a:noFill/>
          <a:ln w="12700">
            <a:solidFill>
              <a:srgbClr val="6F6C6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48646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6C6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 / 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D7261D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02920"/>
            <a:ext cx="621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数据与证据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0" y="566928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F6C6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NovaWay / PPT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554480"/>
          <a:ext cx="7589520" cy="2377440"/>
        </p:xfrm>
        <a:graphic>
          <a:graphicData uri="http://schemas.openxmlformats.org/drawingml/2006/table">
            <a:tbl>
              <a:tblPr/>
              <a:tblGrid>
                <a:gridCol w="1897380"/>
                <a:gridCol w="1897380"/>
                <a:gridCol w="1897380"/>
                <a:gridCol w="189738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指标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F6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6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6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6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Q1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F6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6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6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6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Q2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F6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6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6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6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变化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F6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6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6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6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FE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营收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F6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6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6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6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1.28 亿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F6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6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6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6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1.64 亿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F6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6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6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6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+28%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F6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6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6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6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FE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活跃用户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F6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6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6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6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82 万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F6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6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6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6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106 万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F6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6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6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6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+29%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F6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6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6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6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FE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转化率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F6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6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6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6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3.6%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F6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6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6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6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4.4%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F6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6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6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6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+0.8pt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F6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6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6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6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FE7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77240" y="4828032"/>
            <a:ext cx="7589520" cy="0"/>
          </a:xfrm>
          <a:prstGeom prst="line">
            <a:avLst/>
          </a:prstGeom>
          <a:noFill/>
          <a:ln w="12700">
            <a:solidFill>
              <a:srgbClr val="6F6C6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040880" y="48646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6C6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 / 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05840"/>
            <a:ext cx="914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D726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“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1645920" y="164592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谢谢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691640" y="2743200"/>
            <a:ext cx="6035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F6C6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把关键结论和下一步行动再强调一次。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77240" y="4828032"/>
            <a:ext cx="7589520" cy="0"/>
          </a:xfrm>
          <a:prstGeom prst="line">
            <a:avLst/>
          </a:prstGeom>
          <a:noFill/>
          <a:ln w="12700">
            <a:solidFill>
              <a:srgbClr val="6F6C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0" y="48646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6C6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 / 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NovaWay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Brutalist 粗野报纸</dc:title>
  <dc:subject>高对比黑白、粗边框、报刊式标题和醒目贴纸，适合创意发布与年度回顾。</dc:subject>
  <dc:creator>NovaWay</dc:creator>
  <cp:lastModifiedBy>NovaWay</cp:lastModifiedBy>
  <cp:revision>1</cp:revision>
  <dcterms:created xsi:type="dcterms:W3CDTF">2026-08-12T09:45:24Z</dcterms:created>
  <dcterms:modified xsi:type="dcterms:W3CDTF">2026-08-12T09:45:24Z</dcterms:modified>
</cp:coreProperties>
</file>