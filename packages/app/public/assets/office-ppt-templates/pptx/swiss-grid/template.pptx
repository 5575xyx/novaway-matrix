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146304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Grid 瑞士网格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标题标题标题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把核心结论写成一句话，让读者一眼看到这次汇报的价值。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640080"/>
            <a:ext cx="2743200" cy="73152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0" y="914400"/>
            <a:ext cx="1828800" cy="73152"/>
          </a:xfrm>
          <a:prstGeom prst="rect">
            <a:avLst/>
          </a:prstGeom>
          <a:solidFill>
            <a:srgbClr val="1954A6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0" y="14630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8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NovaWay / 真实模板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80760" y="24688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08076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原生可编辑 PPTX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目录与主线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" cy="420624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41732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核心背景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1801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部分的一句话说明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67128"/>
            <a:ext cx="73152" cy="420624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6712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16712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目标与方法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83080" y="25511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部分的一句话说明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16936"/>
            <a:ext cx="73152" cy="420624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16936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2916936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83080" y="33009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部分的一句话说明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666744"/>
            <a:ext cx="73152" cy="420624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66744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3666744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行动建议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83080" y="4050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4 部分的一句话说明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7589520" cy="45720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关键观点一：先讲结论，再给支撑。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关键观点二：用数据说明变化和差距。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关键观点三：给出下一步可执行动作。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20640" y="164592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E63312">
              <a:alpha val="12000"/>
            </a:srgbClr>
          </a:solidFill>
          <a:ln w="12700">
            <a:solidFill>
              <a:srgbClr val="E633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24231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这里放一个必须被记住的核心判断。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2331720" cy="91440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54480"/>
            <a:ext cx="2331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8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现状：用一句量化现状。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55848" y="1463040"/>
            <a:ext cx="2331720" cy="91440"/>
          </a:xfrm>
          <a:prstGeom prst="rect">
            <a:avLst/>
          </a:prstGeom>
          <a:solidFill>
            <a:srgbClr val="1954A6"/>
          </a:solidFill>
          <a:ln/>
        </p:spPr>
      </p:sp>
      <p:sp>
        <p:nvSpPr>
          <p:cNvPr id="10" name="Shape 8"/>
          <p:cNvSpPr/>
          <p:nvPr/>
        </p:nvSpPr>
        <p:spPr>
          <a:xfrm>
            <a:off x="3355848" y="1554480"/>
            <a:ext cx="2331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8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84448" y="251460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路径：说明推进节奏。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34456" y="1463040"/>
            <a:ext cx="2331720" cy="91440"/>
          </a:xfrm>
          <a:prstGeom prst="rect">
            <a:avLst/>
          </a:prstGeom>
          <a:solidFill>
            <a:srgbClr val="9A9892"/>
          </a:solidFill>
          <a:ln/>
        </p:spPr>
      </p:sp>
      <p:sp>
        <p:nvSpPr>
          <p:cNvPr id="14" name="Shape 12"/>
          <p:cNvSpPr/>
          <p:nvPr/>
        </p:nvSpPr>
        <p:spPr>
          <a:xfrm>
            <a:off x="5934456" y="1554480"/>
            <a:ext cx="2331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8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63056" y="251460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结果：突出可验收成果。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NovaWay / PPT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7589520" cy="2377440"/>
        </p:xfrm>
        <a:graphic>
          <a:graphicData uri="http://schemas.openxmlformats.org/drawingml/2006/table">
            <a:tbl>
              <a:tblPr/>
              <a:tblGrid>
                <a:gridCol w="1897380"/>
                <a:gridCol w="1897380"/>
                <a:gridCol w="1897380"/>
                <a:gridCol w="18973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变化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营收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 亿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 亿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活跃用户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 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 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转化率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+0.8pt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8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554480" y="3017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把关键结论和下一步行动再强调一次。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Swiss Grid 瑞士网格</dc:title>
  <dc:subject>严格模块化网格、红黑强调和大量留白，适合设计、战略与作品集汇报。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