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预算 vs 实际</c:v>
                </c:pt>
              </c:strCache>
            </c:strRef>
          </c:tx>
          <c:spPr>
            <a:solidFill>
              <a:srgbClr val="2FB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收入</c:v>
                  </c:pt>
                  <c:pt idx="1">
                    <c:v>成本</c:v>
                  </c:pt>
                  <c:pt idx="2">
                    <c:v>利润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7.8</c:v>
                </c:pt>
                <c:pt idx="2">
                  <c:v>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2FB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收入</c:v>
                  </c:pt>
                  <c:pt idx="1">
                    <c:v>成本</c:v>
                  </c:pt>
                  <c:pt idx="2">
                    <c:v>利润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12.6</c:v>
                </c:pt>
                <c:pt idx="1">
                  <c:v>7.4</c:v>
                </c:pt>
                <c:pt idx="2">
                  <c:v>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A4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A4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146304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金融数据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标题标题标题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把核心结论写成一句话，让读者一眼看到这次汇报的价值。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640080"/>
            <a:ext cx="2743200" cy="73152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914400"/>
            <a:ext cx="1828800" cy="73152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463040"/>
            <a:ext cx="2651760" cy="3017520"/>
          </a:xfrm>
          <a:prstGeom prst="rect">
            <a:avLst/>
          </a:prstGeom>
          <a:solidFill>
            <a:srgbClr val="122A44"/>
          </a:solidFill>
          <a:ln w="12700">
            <a:solidFill>
              <a:srgbClr val="8EA4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真实模板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24688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8076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原生可编辑 PPTX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" cy="420624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核心背景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1801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部分的一句话说明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73152" cy="420624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671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目标与方法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5511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部分的一句话说明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16936"/>
            <a:ext cx="73152" cy="420624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1693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916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3300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部分的一句话说明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66744"/>
            <a:ext cx="73152" cy="420624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66744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366674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4050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部分的一句话说明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EA4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7589520" cy="265176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  <a:gridCol w="1897380"/>
                <a:gridCol w="1897380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变化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 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 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活跃用户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 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 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转化率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+0.8pt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EA4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122A44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122A44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16733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122A44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122A44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¥0.42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EA4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7589520" cy="237744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  <a:gridCol w="1897380"/>
                <a:gridCol w="18973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偏差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822960" y="3931920"/>
          <a:ext cx="749808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EA4B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FBF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EA4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金融数据</dc:title>
  <dc:subject>深蓝与墨绿、严谨表格和稳定面板，适合投资、财务、银行与经营汇报。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