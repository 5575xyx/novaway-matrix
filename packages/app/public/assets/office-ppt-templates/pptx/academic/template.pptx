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6949440" cy="3291840"/>
          </a:xfrm>
          <a:prstGeom prst="roundRect">
            <a:avLst>
              <a:gd name="adj" fmla="val 2222"/>
            </a:avLst>
          </a:prstGeom>
          <a:solidFill>
            <a:srgbClr val="FFFFFF">
              <a:alpha val="74000"/>
            </a:srgbClr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54480" y="1417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2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学术答辩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17320" y="1938528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标题标题标题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920240" y="30632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把核心结论写成一句话，让读者一眼看到这次汇报的价值。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411480"/>
            <a:ext cx="640080" cy="640080"/>
          </a:xfrm>
          <a:prstGeom prst="ellipse">
            <a:avLst/>
          </a:prstGeom>
          <a:solidFill>
            <a:srgbClr val="9E2A2B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1F4E8C">
              <a:alpha val="56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目录与主线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" cy="420624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41732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核心背景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1801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第 1 部分的一句话说明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67128"/>
            <a:ext cx="73152" cy="420624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671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1671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目标与方法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83080" y="25511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第 2 部分的一句话说明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16936"/>
            <a:ext cx="73152" cy="420624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1693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916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关键发现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3300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第 3 部分的一句话说明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66744"/>
            <a:ext cx="73152" cy="420624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66744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2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366674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行动建议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40507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第 4 部分的一句话说明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7D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核心内容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926080" cy="2651760"/>
          </a:xfrm>
          <a:prstGeom prst="rect">
            <a:avLst/>
          </a:prstGeom>
          <a:solidFill>
            <a:srgbClr val="EEF2F7"/>
          </a:solidFill>
          <a:ln w="12700">
            <a:solidFill>
              <a:srgbClr val="6F7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案例图片 / 项目现场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1554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核心内容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77640" y="219456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关键观点一：先讲结论，再给支撑。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关键观点二：用数据说明变化和差距。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关键观点三：给出下一步可执行动作。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7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要点卡片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7589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F7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[证据 1]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70078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现状：用一句量化现状。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7589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F7D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[证据 2]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256946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路径：说明推进节奏。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7589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F7D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29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2A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[证据 3]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438144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结果：突出可验收成果。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7D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数据与证据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56692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NovaWay / PPT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研究方法：样本、来源、对照和显著性说明。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7498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营收：1.28 亿 → 1.64 亿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活跃用户：82 万 → 106 万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转化率：3.6% → 4.4%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7D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9E2A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54480" y="3017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把关键结论和下一步行动再强调一次。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828032"/>
            <a:ext cx="7589520" cy="0"/>
          </a:xfrm>
          <a:prstGeom prst="line">
            <a:avLst/>
          </a:prstGeom>
          <a:noFill/>
          <a:ln w="12700">
            <a:solidFill>
              <a:srgbClr val="6F7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486460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NovaWay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学术答辩</dc:title>
  <dc:subject>正式蓝白、衬线标题和论文式结构，适合学位答辩、科研汇报和学术交流。</dc:subject>
  <dc:creator>NovaWay</dc:creator>
  <cp:lastModifiedBy>NovaWay</cp:lastModifiedBy>
  <cp:revision>1</cp:revision>
  <dcterms:created xsi:type="dcterms:W3CDTF">2026-08-12T09:45:24Z</dcterms:created>
  <dcterms:modified xsi:type="dcterms:W3CDTF">2026-08-12T09:45:24Z</dcterms:modified>
</cp:coreProperties>
</file>