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趋势</c:v>
                </c:pt>
              </c:strCache>
            </c:strRef>
          </c:tx>
          <c:spPr>
            <a:solidFill>
              <a:srgbClr val="B44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44B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5D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44B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5D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44B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5D7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44B2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</c:v>
                </c:pt>
                <c:pt idx="1">
                  <c:v>78</c:v>
                </c:pt>
                <c:pt idx="2">
                  <c:v>84</c:v>
                </c:pt>
                <c:pt idx="3">
                  <c:v>91</c:v>
                </c:pt>
                <c:pt idx="4">
                  <c:v>88</c:v>
                </c:pt>
                <c:pt idx="5">
                  <c:v>95</c:v>
                </c:pt>
                <c:pt idx="6">
                  <c:v>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85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8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D1B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NOVAWAY MAGAZINE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标题标题标题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把核心结论写成一句话，让读者一眼看到这次汇报的价值。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640080"/>
            <a:ext cx="2468880" cy="3840480"/>
          </a:xfrm>
          <a:prstGeom prst="rect">
            <a:avLst/>
          </a:prstGeom>
          <a:solidFill>
            <a:srgbClr val="B44B2D">
              <a:alpha val="18000"/>
            </a:srgbClr>
          </a:solidFill>
          <a:ln w="12700">
            <a:solidFill>
              <a:srgbClr val="B44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960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1417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46520" y="2788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故事 / 品牌 / 方法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44B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4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核心背景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0" y="1947672"/>
            <a:ext cx="4754880" cy="0"/>
          </a:xfrm>
          <a:prstGeom prst="line">
            <a:avLst/>
          </a:prstGeom>
          <a:noFill/>
          <a:ln w="9525">
            <a:solidFill>
              <a:srgbClr val="8F85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600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· · · · 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219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4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2267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目标与方法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828800" y="2660904"/>
            <a:ext cx="4754880" cy="0"/>
          </a:xfrm>
          <a:prstGeom prst="line">
            <a:avLst/>
          </a:prstGeom>
          <a:noFill/>
          <a:ln w="9525">
            <a:solidFill>
              <a:srgbClr val="8F85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3134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· · · · 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93522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4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29809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828800" y="3374136"/>
            <a:ext cx="4754880" cy="0"/>
          </a:xfrm>
          <a:prstGeom prst="line">
            <a:avLst/>
          </a:prstGeom>
          <a:noFill/>
          <a:ln w="9525">
            <a:solidFill>
              <a:srgbClr val="8F85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0266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· · · · 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64845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4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28800" y="36941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行动建议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828800" y="4087368"/>
            <a:ext cx="4754880" cy="0"/>
          </a:xfrm>
          <a:prstGeom prst="line">
            <a:avLst/>
          </a:prstGeom>
          <a:noFill/>
          <a:ln w="9525">
            <a:solidFill>
              <a:srgbClr val="8F85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73989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· · · · ·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F85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44B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关键观点一：先讲结论，再给支撑。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关键观点二：用数据说明变化和差距。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554480"/>
            <a:ext cx="0" cy="2560320"/>
          </a:xfrm>
          <a:prstGeom prst="line">
            <a:avLst/>
          </a:prstGeom>
          <a:noFill/>
          <a:ln w="12700">
            <a:solidFill>
              <a:srgbClr val="8F85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关键观点三：给出下一步可执行动作。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F85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44B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3749040" cy="1097280"/>
          </a:xfrm>
          <a:prstGeom prst="rect">
            <a:avLst/>
          </a:prstGeom>
          <a:solidFill>
            <a:srgbClr val="B44B2D">
              <a:alpha val="26000"/>
            </a:srgbClr>
          </a:solidFill>
          <a:ln w="12700">
            <a:solidFill>
              <a:srgbClr val="8F8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现状：用一句量化现状。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749040" cy="1097280"/>
          </a:xfrm>
          <a:prstGeom prst="rect">
            <a:avLst/>
          </a:prstGeom>
          <a:solidFill>
            <a:srgbClr val="2D5D7B">
              <a:alpha val="26000"/>
            </a:srgbClr>
          </a:solidFill>
          <a:ln w="12700">
            <a:solidFill>
              <a:srgbClr val="8F85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路径：说明推进节奏。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3749040" cy="1097280"/>
          </a:xfrm>
          <a:prstGeom prst="rect">
            <a:avLst/>
          </a:prstGeom>
          <a:solidFill>
            <a:srgbClr val="B44B2D">
              <a:alpha val="26000"/>
            </a:srgbClr>
          </a:solidFill>
          <a:ln w="12700">
            <a:solidFill>
              <a:srgbClr val="8F85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结果：突出可验收成果。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F85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44B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NovaWay / PPT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600200"/>
          <a:ext cx="74980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F857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NovaWay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77240" y="1463040"/>
            <a:ext cx="7589520" cy="54864"/>
          </a:xfrm>
          <a:prstGeom prst="rect">
            <a:avLst/>
          </a:prstGeom>
          <a:solidFill>
            <a:srgbClr val="8F85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把关键结论和下一步行动再强调一次。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F85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Editorial 杂志叙事</dc:title>
  <dc:subject>米色纸感、衬线标题、垂直分栏和章节刊头，适合品牌故事、内容报告和案例研究。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