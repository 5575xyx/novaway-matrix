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趋势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</c:v>
                </c:pt>
                <c:pt idx="1">
                  <c:v>78</c:v>
                </c:pt>
                <c:pt idx="2">
                  <c:v>84</c:v>
                </c:pt>
                <c:pt idx="3">
                  <c:v>91</c:v>
                </c:pt>
                <c:pt idx="4">
                  <c:v>88</c:v>
                </c:pt>
                <c:pt idx="5">
                  <c:v>95</c:v>
                </c:pt>
                <c:pt idx="6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67B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67B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D547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E4572E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926080"/>
            <a:ext cx="3200400" cy="3200400"/>
          </a:xfrm>
          <a:prstGeom prst="ellipse">
            <a:avLst/>
          </a:prstGeom>
          <a:solidFill>
            <a:srgbClr val="2E86DE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MEMPHIS 孟菲斯波普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标题标题标题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把核心结论写成一句话，让读者一眼看到这次汇报的价值。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343400"/>
            <a:ext cx="914400" cy="91440"/>
          </a:xfrm>
          <a:prstGeom prst="rect">
            <a:avLst/>
          </a:prstGeom>
          <a:solidFill>
            <a:srgbClr val="E457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7680960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19456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核心背景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07792" y="219456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目标与方法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219456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48272" y="219456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行动建议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67B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关键观点一：先讲结论，再给支撑。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关键观点二：用数据说明变化和差距。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0" cy="2560320"/>
          </a:xfrm>
          <a:prstGeom prst="line">
            <a:avLst/>
          </a:prstGeom>
          <a:noFill/>
          <a:ln w="12700">
            <a:solidFill>
              <a:srgbClr val="767B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关键观点三：给出下一步可执行动作。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67B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rot="-180000">
            <a:off x="685800" y="1508760"/>
            <a:ext cx="2377440" cy="2468880"/>
          </a:xfrm>
          <a:prstGeom prst="rect">
            <a:avLst/>
          </a:prstGeom>
          <a:solidFill>
            <a:srgbClr val="FFF7D6"/>
          </a:solidFill>
          <a:ln w="12700">
            <a:solidFill>
              <a:srgbClr val="202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现状：用一句量化现状。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rot="120000">
            <a:off x="3337560" y="1508760"/>
            <a:ext cx="2377440" cy="2468880"/>
          </a:xfrm>
          <a:prstGeom prst="rect">
            <a:avLst/>
          </a:prstGeom>
          <a:solidFill>
            <a:srgbClr val="2E86DE"/>
          </a:solidFill>
          <a:ln w="12700">
            <a:solidFill>
              <a:srgbClr val="202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8288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路径：说明推进节奏。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-120000">
            <a:off x="5989320" y="1508760"/>
            <a:ext cx="2377440" cy="2468880"/>
          </a:xfrm>
          <a:prstGeom prst="rect">
            <a:avLst/>
          </a:prstGeom>
          <a:solidFill>
            <a:srgbClr val="FFF7D6"/>
          </a:solidFill>
          <a:ln w="12700">
            <a:solidFill>
              <a:srgbClr val="202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8288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结果：突出可验收成果。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67B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D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NovaWay / PPT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600200"/>
          <a:ext cx="74980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67B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D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64592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谢谢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把关键结论和下一步行动再强调一次。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67B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B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Memphis 孟菲斯波普</dc:title>
  <dc:subject>大胆原色、几何拼贴和俏皮构图，适合活动策划、教育分享和创意提案。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