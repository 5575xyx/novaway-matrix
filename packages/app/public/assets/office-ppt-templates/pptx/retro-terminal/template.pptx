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5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2B1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nova --deploy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标题标题标题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把核心结论写成一句话，让读者一眼看到这次汇报的价值。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181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1F1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help --overview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16002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核心背景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48840" y="231343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目标与方法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266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302666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7398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373989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行动建议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9A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1F1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2560320"/>
          </a:xfrm>
          <a:prstGeom prst="rect">
            <a:avLst/>
          </a:prstGeom>
          <a:solidFill>
            <a:srgbClr val="102B1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关键观点一：先讲结论，再给支撑。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关键观点二：用数据说明变化和差距。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关键观点三：给出下一步可执行动作。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9A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1F1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5544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现状：用一句量化现状。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677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226771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路径：说明推进节奏。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22677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98094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98094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结果：突出可验收成果。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298094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9A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1F1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[4335]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554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营收：1.28 亿 → 1.64 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[4335]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20848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活跃用户：82 万 → 106 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151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[4335]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61518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转化率：3.6% → 4.4%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tail -f /var/log/ppt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9A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5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2B1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1F1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nova --summary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F7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谢谢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9A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A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 Terminal 复古终端</dc:title>
  <dc:subject>深黑、荧光绿和等宽字体，适合开发者大会、黑客马拉松和技术分享。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