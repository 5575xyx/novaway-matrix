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趋势</c:v>
                </c:pt>
              </c:strCache>
            </c:strRef>
          </c:tx>
          <c:spPr>
            <a:solidFill>
              <a:srgbClr val="5B8DEF"/>
            </a:solidFill>
            <a:ln w="25400" cap="flat">
              <a:solidFill>
                <a:srgbClr val="5B8D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8DEF"/>
              </a:solidFill>
              <a:ln w="9525" cap="flat">
                <a:solidFill>
                  <a:srgbClr val="5B8D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88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B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B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91840"/>
          </a:xfrm>
          <a:prstGeom prst="roundRect">
            <a:avLst>
              <a:gd name="adj" fmla="val 2222"/>
            </a:avLst>
          </a:prstGeom>
          <a:solidFill>
            <a:srgbClr val="131A45">
              <a:alpha val="74000"/>
            </a:srgbClr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4480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Glassmorphism 玻璃拟态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17320" y="1938528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3063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411480"/>
            <a:ext cx="640080" cy="640080"/>
          </a:xfrm>
          <a:prstGeom prst="ellipse">
            <a:avLst/>
          </a:prstGeom>
          <a:solidFill>
            <a:srgbClr val="5B8DE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5B8DEF">
              <a:alpha val="56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768096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9456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219456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19456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8272" y="219456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1430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行动建议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8B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2084832"/>
            <a:ext cx="365760" cy="3657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关键观点一：先讲结论，再给支撑。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915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2084832"/>
            <a:ext cx="365760" cy="3657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关键观点二：用数据说明变化和差距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939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2084832"/>
            <a:ext cx="365760" cy="3657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关键观点三：给出下一步可执行动作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8B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+28%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16733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4.8s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¥0.42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8B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成功率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01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3.2pt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延迟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901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4.8s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18%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单次成本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44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¥0.42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08960" y="3081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22%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31A45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可靠性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044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86600" y="3081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22960" y="3566160"/>
          <a:ext cx="749808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8B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3291840"/>
            <a:ext cx="2926080" cy="2926080"/>
          </a:xfrm>
          <a:prstGeom prst="ellipse">
            <a:avLst/>
          </a:prstGeom>
          <a:solidFill>
            <a:srgbClr val="5B8DE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8B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Glassmorphism 玻璃拟态</dc:title>
  <dc:subject>深紫蓝渐变底、半透明圆角面板和青色光点，适合产品发布与 AI 技术汇报。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