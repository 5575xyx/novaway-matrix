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趋势</c:v>
                </c:pt>
              </c:strCache>
            </c:strRef>
          </c:tx>
          <c:spPr>
            <a:solidFill>
              <a:srgbClr val="4F7C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7C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7C6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F7C6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F7C6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F7C6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F7C6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F7C64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72</c:v>
                </c:pt>
                <c:pt idx="1">
                  <c:v>78</c:v>
                </c:pt>
                <c:pt idx="2">
                  <c:v>84</c:v>
                </c:pt>
                <c:pt idx="3">
                  <c:v>91</c:v>
                </c:pt>
                <c:pt idx="4">
                  <c:v>88</c:v>
                </c:pt>
                <c:pt idx="5">
                  <c:v>95</c:v>
                </c:pt>
                <c:pt idx="6">
                  <c:v>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791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79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2834640" cy="1234440"/>
          </a:xfrm>
          <a:prstGeom prst="ellipse">
            <a:avLst/>
          </a:prstGeom>
          <a:solidFill>
            <a:srgbClr val="4F7C64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3657600"/>
            <a:ext cx="2926080" cy="1188720"/>
          </a:xfrm>
          <a:prstGeom prst="ellipse">
            <a:avLst/>
          </a:prstGeom>
          <a:solidFill>
            <a:srgbClr val="4F7C64">
              <a:alpha val="7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874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7C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Botanical 自然植物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标题标题标题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791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把核心结论写成一句话，让读者一眼看到这次汇报的价值。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7C6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路线 ROUTE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791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7863840" cy="3063240"/>
          </a:xfrm>
          <a:prstGeom prst="ellipse">
            <a:avLst/>
          </a:prstGeom>
          <a:solidFill>
            <a:srgbClr val="4F7C64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1783080"/>
            <a:ext cx="1097280" cy="502920"/>
          </a:xfrm>
          <a:prstGeom prst="ellipse">
            <a:avLst/>
          </a:prstGeom>
          <a:solidFill>
            <a:srgbClr val="F4F6ED"/>
          </a:solidFill>
          <a:ln w="12700">
            <a:solidFill>
              <a:srgbClr val="4F7C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83794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核心背景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06640" y="2834640"/>
            <a:ext cx="1097280" cy="502920"/>
          </a:xfrm>
          <a:prstGeom prst="ellipse">
            <a:avLst/>
          </a:prstGeom>
          <a:solidFill>
            <a:srgbClr val="F4F6ED"/>
          </a:solidFill>
          <a:ln w="12700">
            <a:solidFill>
              <a:srgbClr val="4F7C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288950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目标与方法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3886200"/>
            <a:ext cx="1097280" cy="502920"/>
          </a:xfrm>
          <a:prstGeom prst="ellipse">
            <a:avLst/>
          </a:prstGeom>
          <a:solidFill>
            <a:srgbClr val="F4F6ED"/>
          </a:solidFill>
          <a:ln w="12700">
            <a:solidFill>
              <a:srgbClr val="4F7C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394106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关键发现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37360" y="2834640"/>
            <a:ext cx="1097280" cy="502920"/>
          </a:xfrm>
          <a:prstGeom prst="ellipse">
            <a:avLst/>
          </a:prstGeom>
          <a:solidFill>
            <a:srgbClr val="F4F6ED"/>
          </a:solidFill>
          <a:ln w="12700">
            <a:solidFill>
              <a:srgbClr val="4F7C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288950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行动建议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60520" y="2514600"/>
            <a:ext cx="822960" cy="822960"/>
          </a:xfrm>
          <a:prstGeom prst="ellipse">
            <a:avLst/>
          </a:prstGeom>
          <a:solidFill>
            <a:srgbClr val="4F7C64"/>
          </a:solidFill>
          <a:ln/>
        </p:spPr>
      </p:sp>
      <p:sp>
        <p:nvSpPr>
          <p:cNvPr id="15" name="Text 13"/>
          <p:cNvSpPr/>
          <p:nvPr/>
        </p:nvSpPr>
        <p:spPr>
          <a:xfrm>
            <a:off x="4041648" y="265176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6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8791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1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7C6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核心内容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791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关键观点一：先讲结论，再给支撑。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关键观点二：用数据说明变化和差距。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554480"/>
            <a:ext cx="0" cy="2560320"/>
          </a:xfrm>
          <a:prstGeom prst="line">
            <a:avLst/>
          </a:prstGeom>
          <a:noFill/>
          <a:ln w="12700">
            <a:solidFill>
              <a:srgbClr val="8791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15544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关键观点三：给出下一步可执行动作。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8791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1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7C6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要点卡片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791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463040"/>
            <a:ext cx="3749040" cy="1097280"/>
          </a:xfrm>
          <a:prstGeom prst="rect">
            <a:avLst/>
          </a:prstGeom>
          <a:solidFill>
            <a:srgbClr val="4F7C64">
              <a:alpha val="26000"/>
            </a:srgbClr>
          </a:solidFill>
          <a:ln w="12700">
            <a:solidFill>
              <a:srgbClr val="8791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现状：用一句量化现状。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3749040" cy="1097280"/>
          </a:xfrm>
          <a:prstGeom prst="rect">
            <a:avLst/>
          </a:prstGeom>
          <a:solidFill>
            <a:srgbClr val="4F7C64">
              <a:alpha val="26000"/>
            </a:srgbClr>
          </a:solidFill>
          <a:ln w="12700">
            <a:solidFill>
              <a:srgbClr val="8791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783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路径：说明推进节奏。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743200"/>
            <a:ext cx="3749040" cy="1097280"/>
          </a:xfrm>
          <a:prstGeom prst="rect">
            <a:avLst/>
          </a:prstGeom>
          <a:solidFill>
            <a:srgbClr val="4F7C64">
              <a:alpha val="26000"/>
            </a:srgbClr>
          </a:solidFill>
          <a:ln w="12700">
            <a:solidFill>
              <a:srgbClr val="8791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63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结果：突出可验收成果。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8791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1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D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7C6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数据与证据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791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NovaWay / PPT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600200"/>
          <a:ext cx="749808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87918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1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D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14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7C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NovaWay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77240" y="1463040"/>
            <a:ext cx="7589520" cy="54864"/>
          </a:xfrm>
          <a:prstGeom prst="rect">
            <a:avLst/>
          </a:prstGeom>
          <a:solidFill>
            <a:srgbClr val="87918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63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791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把关键结论和下一步行动再强调一次。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8791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1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NovaWay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Botanical 自然植物</dc:title>
  <dc:subject>鼠尾草绿、陶土橙和有机圆角，适合乡村振兴、文旅、ESG 与生活方式内容。</dc:subject>
  <dc:creator>NovaWay</dc:creator>
  <cp:lastModifiedBy>NovaWay</cp:lastModifiedBy>
  <cp:revision>1</cp:revision>
  <dcterms:created xsi:type="dcterms:W3CDTF">2026-08-12T09:45:24Z</dcterms:created>
  <dcterms:modified xsi:type="dcterms:W3CDTF">2026-08-12T09:45:24Z</dcterms:modified>
</cp:coreProperties>
</file>