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579C9"/>
              </a:solidFill>
              <a:effectLst/>
            </c:spPr>
          </c:dPt>
          <c:dPt>
            <c:idx val="1"/>
            <c:bubble3D val="0"/>
            <c:spPr>
              <a:solidFill>
                <a:srgbClr val="3579C9"/>
              </a:solidFill>
              <a:effectLst/>
            </c:spPr>
          </c:dPt>
          <c:dPt>
            <c:idx val="2"/>
            <c:bubble3D val="0"/>
            <c:spPr>
              <a:solidFill>
                <a:srgbClr val="78A3A0"/>
              </a:solidFill>
              <a:effectLst/>
            </c:spPr>
          </c:dPt>
          <c:dPt>
            <c:idx val="3"/>
            <c:bubble3D val="0"/>
            <c:spPr>
              <a:solidFill>
                <a:srgbClr val="F6FB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转化</c:v>
                </c:pt>
                <c:pt idx="1">
                  <c:v>NPS</c:v>
                </c:pt>
                <c:pt idx="2">
                  <c:v>复购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52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78A3A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oundRect">
            <a:avLst>
              <a:gd name="adj" fmla="val 2222"/>
            </a:avLst>
          </a:prstGeom>
          <a:solidFill>
            <a:srgbClr val="F6FBFA">
              <a:alpha val="74000"/>
            </a:srgbClr>
          </a:solidFill>
          <a:ln w="12700">
            <a:solidFill>
              <a:srgbClr val="357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44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医学学术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17320" y="1938528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3063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411480"/>
            <a:ext cx="640080" cy="640080"/>
          </a:xfrm>
          <a:prstGeom prst="ellipse">
            <a:avLst/>
          </a:prstGeom>
          <a:solidFill>
            <a:srgbClr val="3579C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3579C9">
              <a:alpha val="56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0624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801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1 部分的一句话说明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3152" cy="420624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67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551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2 部分的一句话说明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420624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169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916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3 部分的一句话说明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73152" cy="420624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667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4 部分的一句话说明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8A3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926080" cy="2651760"/>
          </a:xfrm>
          <a:prstGeom prst="rect">
            <a:avLst/>
          </a:prstGeom>
          <a:solidFill>
            <a:srgbClr val="DCEFED"/>
          </a:solidFill>
          <a:ln w="12700">
            <a:solidFill>
              <a:srgbClr val="78A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案例图片 / 项目现场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1554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77640" y="21945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关键观点二：用数据说明变化和差距。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关键观点三：给出下一步可执行动作。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8A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08760" y="1600200"/>
            <a:ext cx="914400" cy="914400"/>
          </a:xfrm>
          <a:prstGeom prst="ellipse">
            <a:avLst/>
          </a:prstGeom>
          <a:solidFill>
            <a:srgbClr val="3579C9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719072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简要说明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600200"/>
            <a:ext cx="914400" cy="914400"/>
          </a:xfrm>
          <a:prstGeom prst="ellipse">
            <a:avLst/>
          </a:prstGeom>
          <a:solidFill>
            <a:srgbClr val="3579C9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325112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简要说明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600200"/>
            <a:ext cx="914400" cy="914400"/>
          </a:xfrm>
          <a:prstGeom prst="ellipse">
            <a:avLst/>
          </a:prstGeom>
          <a:solidFill>
            <a:srgbClr val="3579C9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31152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简要说明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8A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657600" cy="548640"/>
          </a:xfrm>
          <a:prstGeom prst="rect">
            <a:avLst/>
          </a:prstGeom>
          <a:solidFill>
            <a:srgbClr val="F6FBFA"/>
          </a:solidFill>
          <a:ln w="12700">
            <a:solidFill>
              <a:srgbClr val="78A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当前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21992"/>
            <a:ext cx="3657600" cy="548640"/>
          </a:xfrm>
          <a:prstGeom prst="rect">
            <a:avLst/>
          </a:prstGeom>
          <a:solidFill>
            <a:srgbClr val="F6FBFA"/>
          </a:solidFill>
          <a:ln w="9525">
            <a:solidFill>
              <a:srgbClr val="357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13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13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35224"/>
            <a:ext cx="3657600" cy="548640"/>
          </a:xfrm>
          <a:prstGeom prst="rect">
            <a:avLst/>
          </a:prstGeom>
          <a:solidFill>
            <a:srgbClr val="F6FBFA"/>
          </a:solidFill>
          <a:ln w="9525">
            <a:solidFill>
              <a:srgbClr val="357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26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026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3657600" cy="548640"/>
          </a:xfrm>
          <a:prstGeom prst="rect">
            <a:avLst/>
          </a:prstGeom>
          <a:solidFill>
            <a:srgbClr val="F6FBFA"/>
          </a:solidFill>
          <a:ln w="9525">
            <a:solidFill>
              <a:srgbClr val="357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39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复购率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398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7398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7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09160" y="14630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8A3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3579C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8A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A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医学学术</dc:title>
  <dc:subject>清爽青白、圆角卡片和数据表格，适合病例讨论、医学培训和科研课题。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