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E44CEF-29F9-4038-9712-AFE0A816F4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1EBDD4D-C77A-4C6C-AE69-FB62AA3B5C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640C21-88E8-4FD6-BDB2-67BEC6DD7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2A849-C291-4E88-8854-40C12F846C98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9CC089-6E10-4F82-B0AA-6ED44BFF7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7E7AFF-9191-4F7B-89AC-D8BA4BED7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2CB90-169C-497C-AD56-BBBD87D772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0342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CBEA99-26F1-4C3D-B98C-A031CAE1F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7737AB-F694-42E7-9D59-6024F399B6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F4B664-4211-410F-9FC3-F31ED0139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2A849-C291-4E88-8854-40C12F846C98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B82C30-7DF5-465F-8823-EDF177088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9AAEB3-AC21-4802-B933-8FA155FB4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2CB90-169C-497C-AD56-BBBD87D772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6099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D5A644-1D03-454A-9198-312EFF07A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607D9B-37FD-49A7-AA2A-9078F4D150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28E6D6-3FA9-44C7-AE14-5B71324AF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2A849-C291-4E88-8854-40C12F846C98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5037AD-F2FF-404C-BF14-FED59DDB7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A43571-A007-406A-94E7-B4274EC7F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2CB90-169C-497C-AD56-BBBD87D772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8437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4CE367-D80C-4A35-BAB4-4E5842BBC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00D1B9-29D1-4BF9-ADD6-24C270C3D5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DA011EF-69C1-4E59-80BD-50A8E0B1EE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5C0255C-06AE-4C88-8699-42B492CF2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2A849-C291-4E88-8854-40C12F846C98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2A67EAA-FE09-4DD9-9100-EA62CBADA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8F3F7BB-4161-4E91-942A-B92964D33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2CB90-169C-497C-AD56-BBBD87D772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9348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0448FC-E8BE-4D45-B595-C95E6120C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5B445F-C3DF-4CA5-A468-6FED88D56F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9BE802E-21B5-4543-8727-3AA4B1C67F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D0B655A-3411-475F-9EE5-BB807AD2DA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92CC8E3-CFCA-4C6E-A095-E8F03C7588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7E5C5F9-A01E-4F8C-8310-2D8189D82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2A849-C291-4E88-8854-40C12F846C98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46A44C1-DC5C-4FF1-9453-4E67F092F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CD13C0E-483A-4039-9230-BA2F47CB9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2CB90-169C-497C-AD56-BBBD87D772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4386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B765B9-A3AA-46D0-8ECB-9EA6040DC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E797C5A-96E8-4695-BA02-A30562191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2A849-C291-4E88-8854-40C12F846C98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807013C-8C76-4B12-952A-14896CE7F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DFA4A77-4C07-4EE3-B495-16511F6EE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2CB90-169C-497C-AD56-BBBD87D772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508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E726F63-D3E1-4253-B3D0-8FEB52251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2A849-C291-4E88-8854-40C12F846C98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78AB34A-639B-48F5-9CFF-EA210CFF1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8BF376-F182-41CB-9423-9904D2181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2CB90-169C-497C-AD56-BBBD87D772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697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74C9A9-730C-4A8E-B35E-00083BD9C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BD200E4-82C3-4D72-AE95-7F5766B62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1F57B5B-94B7-4276-8BA8-C0C3BEB5AD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1044712-F36F-4E0E-BBDD-C63D6EAFC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2A849-C291-4E88-8854-40C12F846C98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61B376E-2FFD-4B29-A85C-737653844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242A298-4547-416E-BCC1-E96297310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2CB90-169C-497C-AD56-BBBD87D772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7539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2B44D5-6EBF-4C6B-8660-0E62E6CAD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DD13891-52AE-4991-8D9E-1E86654D1F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E4EF546-746E-4ACC-BBF0-B48AC76104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13D3547-0BDD-490F-8F2F-456C04DAD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2A849-C291-4E88-8854-40C12F846C98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B0B95B1-1C28-4921-8D0E-475F49C97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14E2DEE-7EFF-458B-BB12-FD6C4F344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2CB90-169C-497C-AD56-BBBD87D772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0838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C1D5B9-0A76-43D1-98D1-BF6B0FA01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DEF1C73-47FC-4306-9116-4E178B6941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C57345-2506-445B-93A4-D9AC33736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2A849-C291-4E88-8854-40C12F846C98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9D3E97-ED95-4C43-B191-138F10541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7EBFF7-9638-474A-8BC9-3E3F4165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2CB90-169C-497C-AD56-BBBD87D772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6792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31E3817-AFA4-409E-82FC-E018A11D25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1B5F7E0-4411-406E-B91C-A1217B0AE0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3E5793-6123-44C0-A6B8-1D6843744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2A849-C291-4E88-8854-40C12F846C98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477219-2B13-4C6E-88D5-3228DA93F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17884E-4CA1-4A25-B40E-55AC8F054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2CB90-169C-497C-AD56-BBBD87D772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4837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65A732D-7BB1-4839-B8F3-2B1A31201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8030CF9-B882-4987-AC17-767DBDAE34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8756AB-31FF-45A5-B550-4135FBDD2C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B2A849-C291-4E88-8854-40C12F846C98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5D38CD-A4E3-47CA-8030-37E6237009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5C95EC-ED5A-4488-8A4A-BBB6FA41FF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42CB90-169C-497C-AD56-BBBD87D772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189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est-audio">
            <a:hlinkClick r:id="" action="ppaction://media"/>
            <a:extLst>
              <a:ext uri="{FF2B5EF4-FFF2-40B4-BE49-F238E27FC236}">
                <a16:creationId xmlns:a16="http://schemas.microsoft.com/office/drawing/2014/main" id="{E2E2586D-663C-4457-97CC-782257355B7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14399" y="914399"/>
            <a:ext cx="25400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504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奕祥 徐</dc:creator>
  <cp:lastModifiedBy>奕祥 徐</cp:lastModifiedBy>
  <cp:revision>1</cp:revision>
  <dcterms:created xsi:type="dcterms:W3CDTF">2026-08-12T10:51:22Z</dcterms:created>
  <dcterms:modified xsi:type="dcterms:W3CDTF">2026-08-12T10:51:22Z</dcterms:modified>
</cp:coreProperties>
</file>