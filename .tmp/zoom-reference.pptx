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E767A-D0F4-43C4-AA74-138325B70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7933F7-4222-4990-8A36-CCC47F4F1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ADCC7-A2AA-4CBD-870F-4528CA6F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3CA71-705A-496E-8B93-B7D5BFB2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5FE95-7318-4F2C-8224-F8D249AF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E87DC-CD06-4334-8FE8-7694ED3C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75355-731F-489D-A023-BEBFDD13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3E91A-9591-446A-A863-C0405CF7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12D1F-13D5-4A53-A5D8-F447FDB9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518B11-6EC2-4C73-B3BF-9A7BBC69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3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BD836-EC47-4304-B098-E63B8ECF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8E3731-11D2-4B8C-9CAE-787387242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0C4F0-3362-45E7-9FDE-E856D7D4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996CB-5BD1-4C20-8B3B-00C44908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B7C6E-374D-407A-BF85-469D84F2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596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69DF96-9DF0-4B20-993E-E3DCC5B6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A8BE4-D160-4DDB-B63C-A19AA3864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FD1B6C-C501-4703-B60B-75DBB771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42D5F9-371D-42B5-B87B-C58625D6E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0379F3-5C15-4269-A638-98CFEA3F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8B82BE-6415-463E-BB36-17AD7738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12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6B906-A06A-4B83-80AA-1B7EB414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A8AE1D-0019-42D6-862F-061B2E33B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B8546-D25A-4B9B-852E-405F475E9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D3F539-8947-4809-AC92-251D99A7F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6AD208-17DE-46CF-9F8B-DB6AD77D4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5C76CE-2C8B-4217-8EF0-35BE9F1C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8176AC-01F7-43C6-AD16-0352A8E2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1E5FE1-5334-47FB-B729-DB66FFD2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1758C-7552-40F9-A023-D0862DA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97CB77-0019-406C-AEBC-836E4E53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989227-CE72-4B10-B1E3-7B1CB5AA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522E30-F080-4580-BD3B-4E1F6A5E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38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88B864-B339-4A34-B6FF-64BAAFA0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4A2050-91F7-4BEA-AF14-702D62E2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CF833-4BA2-44A1-87BB-2ADE74DB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45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3AEF9-F498-49AB-95A8-EF081172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7421C-B156-445A-A420-2C97E4774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F7B8B1-651A-41E7-A65F-D82D93158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F0090-2677-4A61-988B-C7DA194E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6EF71-6D83-4979-BA16-8CEC45EC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1B83A5-EFB4-4B0C-9F9C-3803A7E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65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DDA31-20B6-441B-B8B7-A4DA4D81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394734-9DAB-4FB4-9EE5-2A4A19094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E24AB8-F92F-4C17-BC07-DEBCDDBBF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ECB452-44BC-4E6A-B8C6-8B0A56D8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9F7EE9-5E51-4AE4-BBB4-8EC7E6C5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8F07C3-3B5C-4792-A40F-E972482A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1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ECB46-3C37-4656-9850-84FDDD85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D486CE-9C3E-4C7F-B624-7286E93B8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DBB24-4277-4823-85AE-34CFB350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0091-E1C7-42B3-BC8C-69EACD28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DE2905-B41A-4FFC-9AE5-CB223680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12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B27EA2-2BFE-4FB9-8CC0-DC6779537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8937EF-24E3-422D-B1F9-1B09DF07F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5E3E4-04B3-4394-8810-DE7F349D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A0921-E01E-4751-9CF8-C4653A29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0B57D-F760-44D6-B3B0-842185BF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6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D92CCB-8F16-478F-8BD9-C3333EDD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F148F8-37C1-4D91-B735-227BCA7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55315-7F4D-43F1-AE29-C46048B0E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39D3E-D4CE-4137-B81E-E49DE7FC829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CC7440-4059-4B90-884A-653545831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7C0D11-7164-437F-992E-1D6E9C53D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F704E-F0FB-4D34-8F16-99161284A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7BC250-4659-4BD7-900F-5A76216794D9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zoom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9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2026-08-12T10:40:34Z</dcterms:created>
  <dcterms:modified xsi:type="dcterms:W3CDTF">2026-08-12T10:40:34Z</dcterms:modified>
</cp:coreProperties>
</file>