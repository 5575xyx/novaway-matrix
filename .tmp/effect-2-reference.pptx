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13A74-2150-4776-9ED3-AF5D139A1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EBF978-4A4F-4964-9669-684B7284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F8456D-EAA4-4CA7-8056-D876CC2C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93937-8E4B-4A54-851C-8E6EBFBB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AA0EC-BCEF-4C20-89F4-8AFC5AD5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07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F46D1-E755-4A55-A2A0-DEF8B4F6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B2CB6-749C-409A-B656-780304BDD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12925-A013-4C8D-9723-217963B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A18971-9739-45E7-B6EF-F1CBB07A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6450EE-07D2-46DE-8461-164CCB20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65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24BBD-FFBD-4258-A92F-DB06BE79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538836-33CF-440C-A9F2-0E3202FE2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E8C29E-CE06-4166-8187-2DC9EFEB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20D45-4D39-496D-8258-561F7A1E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7EE17-2222-4E37-98E6-593D51EF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838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07138-4ABB-4811-B0A8-322A94D5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8A73B-4A3B-443C-BA77-B0F334ACC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822DBE-162F-4762-86C0-1CBB65E7F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19210A-D4B7-4133-A808-D9E53969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E0BA83-7988-4441-94AB-77B9386B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C87D13-A80D-4DDB-9B41-8E2562FF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47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4C5B6-38C6-4A65-88D7-351096C5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7B34D3-BA0C-486E-9731-80E29E72A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E1AF1C-73BA-4278-8B36-8CB808DBA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B45D9A-B208-4ED4-8920-91173DBB2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5B19B6-F56F-4DD1-A717-DDB053C0E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B6538D-5744-4BE7-AE1E-1A43DFC0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BE98E9-2269-45F1-876F-F42F546F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26729C-D2D9-4F13-AE88-F3DEE242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53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DA02A-654C-442D-91C3-D5CCDFBD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A3CF31-EC12-4B23-BA1D-880642D8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8CB0F6-B925-41E4-8BA2-F13B4541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DFAFC-C2B1-4295-9A9E-2CD38FF7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36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0F2A61-8BD5-4ADF-A50E-2B735D105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B1D53C-2370-4F87-B405-B042E8C8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FCC45-1162-442C-BB8C-5B47E0F9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92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D6182-D790-48CB-97E4-EE80D062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11E4D-4F28-47C9-9C0E-55488112A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0F09DA-F0A9-4AB6-B526-798C90EB7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537774-B39E-4DE0-95B7-4C05873E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FEAD8F-676E-4773-8454-6228FEEC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99496-BCED-4055-BAFB-AAB26680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24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51AB7-49D2-4D1C-8E61-4763E9B3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296FCE-D92C-45A4-BD3A-C0D9CE271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B1D5EC-3FB4-4875-BF1C-A0757E911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870FA-C0BE-4E82-A400-D293B486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9BEA37-63A5-4BEB-AAE8-7ADA5E38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B3DA5-F410-486A-8579-D36ABA25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3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EADB9-B751-4FF8-A5EE-32098E89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244135-BABD-421C-922C-818BA84C1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108A3-0E88-4F87-903A-D8F13427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88F9A-757E-4F63-9FEC-77809768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CE698-48ED-4BC7-B29E-848687B2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4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C04EE6-D9D9-49AA-8644-DE7200016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D8156E-5556-41A0-8087-854A9212D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29148-D000-488F-A76F-C15BAA13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A514F-C7B0-477C-86F1-05C696B3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18BDC-292D-4658-91C8-5BA78E28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05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BA8A7B-1699-4F05-9699-7F34981D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938563-0C3D-4355-8543-A2F222A92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5927A-2CC2-4A4A-8321-3B81E5A2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7F0A7-EEC0-441A-AD39-9654DECD2B49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1BF3CD-6F1A-4A9C-9F09-7F9F90BA0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B4F820-405F-47B3-A6B4-705B03D80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D6FFD-40FF-4213-BFA8-4A4458034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1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4ACB7A-B4DF-4679-BE6F-BFCFFA067A78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2026-08-12T11:53:19Z</dcterms:created>
  <dcterms:modified xsi:type="dcterms:W3CDTF">2026-08-12T11:53:19Z</dcterms:modified>
</cp:coreProperties>
</file>