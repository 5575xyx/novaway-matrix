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2A8138-B422-4AB8-9CF5-95DB27AC92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56E776C-E501-42FA-A7EF-CF64E126DA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C63DCF-5494-405C-A740-ADAAADB57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37E55-24E6-42A5-811C-3C90B0B52292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3C2D34-6F8B-4B80-99BE-19805FC44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9938E2-D5C0-4594-AE69-444C4A33B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3CFAA-99B5-4098-BA8A-A8F3687551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5992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36FA00-6532-4836-894D-086183893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4F50D7-3B50-4AD5-83FB-0DAD788B24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AAC6CF-E398-4968-B7FC-328655E80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37E55-24E6-42A5-811C-3C90B0B52292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9F172D-218C-47E8-AFFB-96FFC8455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934B7B-E169-444F-83F0-CFFB3147E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3CFAA-99B5-4098-BA8A-A8F3687551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3749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F30112-F7A0-4301-954B-79E867EAE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97D934E-E40D-49A8-87E7-E9675E098B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8B78D0-D527-4FCB-A041-4BDD0DA26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37E55-24E6-42A5-811C-3C90B0B52292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9F9265-E3A8-4D5D-AEAF-DDBE3B7E9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EBC833-B0F9-44C4-80F0-18E0625E3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3CFAA-99B5-4098-BA8A-A8F3687551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3838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B012D3-782B-4258-B5FA-6B5B7ACD9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3A37F9-32FF-4753-90E2-109DBD47DA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B75E127-5DD1-4C08-BCFE-3658BF7B97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7602596-10F2-4F84-B2A2-8C6EAC44B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37E55-24E6-42A5-811C-3C90B0B52292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E9402B6-49D4-430F-A6B0-E40927EBE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380027D-D308-4698-AAA0-BE2AB9433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3CFAA-99B5-4098-BA8A-A8F3687551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0964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034B0C-AA3A-4598-B5DC-ACD4BDB54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3677F24-3178-48AD-84C9-4333E4098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D37A308-65DD-40DF-91F3-D46727FB6E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DD7B01E-42AB-4CEC-BA47-FB768A8DF9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1BD06C6-D8D1-464E-BABC-41474B9D98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689D405-C100-43D1-BF5A-9F46EAC61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37E55-24E6-42A5-811C-3C90B0B52292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89E43C1-8B0E-4D3C-889F-7AA979734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2013807-99F9-452D-AE66-95E3D4AB6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3CFAA-99B5-4098-BA8A-A8F3687551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0680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7C174D-8982-46E6-B54D-0721593D9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47FA359-E104-4A32-AA28-D5A1E4819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37E55-24E6-42A5-811C-3C90B0B52292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550638C-8897-41CD-A794-43006EF31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ECFD695-D089-4415-A19C-C07859CD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3CFAA-99B5-4098-BA8A-A8F3687551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6181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8DFEB67-D8BA-4D0E-8FD2-EC6D72C23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37E55-24E6-42A5-811C-3C90B0B52292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677A09A-23FE-4278-A62F-DD52889BB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DFA154-F8CD-4A31-BD8C-74C82C475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3CFAA-99B5-4098-BA8A-A8F3687551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3781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12DC7D-7798-4E11-A761-F25E7CCA7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90D1C0-57AF-463E-B4DA-2CF9EE45B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2916754-2E64-4114-9487-60B2DC1034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8C4B285-F187-4B0F-A0CD-405210CA4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37E55-24E6-42A5-811C-3C90B0B52292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1D732EE-3472-4493-B821-F4FA83F61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1964F12-9D95-42AA-A79D-3DB696ABE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3CFAA-99B5-4098-BA8A-A8F3687551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3517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F77FDA-04CF-4F62-9559-0FBC4E0A8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15A727A-4785-423F-AA8D-5FFC2C3483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FF30DE5-2C4F-456C-9B7E-7CE9B8A8AD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8A09B91-0A48-4B9A-A37B-D44DCFAAE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37E55-24E6-42A5-811C-3C90B0B52292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CB2E64B-7A04-4BDF-944A-169CD163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CB0FAF9-DDEB-454C-8DF5-A8F878FDF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3CFAA-99B5-4098-BA8A-A8F3687551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9055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05862F-70F0-4A69-8266-DACCE4461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BF9F511-857A-4AB5-9BA6-74BB48CAD2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76483F-2809-4993-A7D2-727B94810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37E55-24E6-42A5-811C-3C90B0B52292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7F2F92-9673-407C-8136-2EE9D58CC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4B9FC4-E8D2-4B6E-9823-168249DF9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3CFAA-99B5-4098-BA8A-A8F3687551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1318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307FCF8-B5D8-48EB-8589-16EB92961C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3A03D46-CE84-45B4-AB7E-24E91212E9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5899AA-DDDA-44D1-A979-AFAF15750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37E55-24E6-42A5-811C-3C90B0B52292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0113A4-E92D-4448-97F2-CD898B45B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425EE5-3C5D-4C06-9302-C5A30A7F8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3CFAA-99B5-4098-BA8A-A8F3687551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7475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3E97BAD-FB25-481D-A6D8-7C27A19EC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C3D22F2-FE26-404C-85AB-C7275DDDE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972AB9-56CD-4F61-9961-67F2CE360C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C37E55-24E6-42A5-811C-3C90B0B52292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91A45F-2AFD-4D48-867E-D198554F9F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96A75F-EC25-4276-92C3-58F0FFCDC6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43CFAA-99B5-4098-BA8A-A8F3687551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7673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D6F7C1E-9661-4E90-A379-A5451593FA26}"/>
              </a:ext>
            </a:extLst>
          </p:cNvPr>
          <p:cNvSpPr txBox="1"/>
          <p:nvPr/>
        </p:nvSpPr>
        <p:spPr>
          <a:xfrm>
            <a:off x="914400" y="914400"/>
            <a:ext cx="762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Animated 10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9672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宽屏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奕祥 徐</dc:creator>
  <cp:lastModifiedBy>奕祥 徐</cp:lastModifiedBy>
  <cp:revision>1</cp:revision>
  <dcterms:created xsi:type="dcterms:W3CDTF">2026-08-12T11:53:19Z</dcterms:created>
  <dcterms:modified xsi:type="dcterms:W3CDTF">2026-08-12T11:53:19Z</dcterms:modified>
</cp:coreProperties>
</file>