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268AC-9FEA-4E29-BB46-E1668EDC7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7C5196-3EC3-42ED-B9BB-3D6761E24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404E5A-FB27-48D0-B902-821B640C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F8C9-0FF5-4CE1-9E4C-0B5C95DCCB07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8C1482-6093-40FC-8B1C-16FFE14D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F0FB8-2B34-45FF-9A6B-98805349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6F8B-53B0-4D1A-995A-74569A8AE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57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3D756-DFC2-420A-AEFE-94E409A4D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E4E7F-6234-41BE-AD78-70A8397E7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2BA14A-3855-40D6-8580-0282ADEA8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F8C9-0FF5-4CE1-9E4C-0B5C95DCCB07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5A5DFB-A25E-4A16-83C0-B294CAB6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81BBF3-4BD7-4509-82B8-30BC4299E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6F8B-53B0-4D1A-995A-74569A8AE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799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2142A-5060-4B0A-B721-B8456A740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CC44D4-A73C-48BB-B5A3-DBE7260FF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67B59B-EF77-4462-8E21-187EF3E2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F8C9-0FF5-4CE1-9E4C-0B5C95DCCB07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41137D-7C74-453C-A94A-0E8F3372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35A637-3684-4E39-9214-B4484B72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6F8B-53B0-4D1A-995A-74569A8AE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41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3EAE5-72A3-4B92-A882-DB1E98D40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FF0E8C-58A8-4B2F-B4E8-CD92BDDCF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AE00B5-113C-4F7B-BAA2-8279282A1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8F9C2F-2E46-4896-AF5D-DB53E567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F8C9-0FF5-4CE1-9E4C-0B5C95DCCB07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F1A701-C036-4B2A-A25F-0ACE9C97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A0DE96-CCD8-4602-B8C1-45BD76D6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6F8B-53B0-4D1A-995A-74569A8AE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448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AA7E2-039F-44F2-8C10-7942C6B50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A70454-0FAA-4E98-A57F-26B5752DC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04DD39-8196-48C6-996C-71A5005BB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F223CE-57CB-49E8-B1C1-D0D8AF478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B4ABF1-3CFE-4FDD-BF2F-650BD5038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CD276E-CFA0-47AC-B460-41B5F709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F8C9-0FF5-4CE1-9E4C-0B5C95DCCB07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498348-5875-4575-B83E-70DA34D0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77E0C20-5C8A-4A2A-B665-4543AC7E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6F8B-53B0-4D1A-995A-74569A8AE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87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E8AE5-0CC9-44A9-B567-D31AE1A9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608BC5-8A47-4197-BD7F-2E6F2E676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F8C9-0FF5-4CE1-9E4C-0B5C95DCCB07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D69322-510B-470A-B4D7-D24981C3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B589B-2DC5-4521-9E93-4D939376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6F8B-53B0-4D1A-995A-74569A8AE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18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90AF82-02C8-4CB1-82CE-0BEA9B674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F8C9-0FF5-4CE1-9E4C-0B5C95DCCB07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9E978B-94A6-496C-806E-4F4957F3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CED169-1AE3-4ED8-907D-EDB82B6BD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6F8B-53B0-4D1A-995A-74569A8AE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3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FD902D-8197-4FA1-AFC8-195E60A9D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A40BE8-72C4-491E-8247-B5214EB99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C01CAC-F0DC-44F5-ADB1-27CAFCD01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4D8B98-39DD-406C-89ED-8897E724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F8C9-0FF5-4CE1-9E4C-0B5C95DCCB07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335973-35CE-41BE-BAA9-3DE10C61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D8AD42-AE4F-4FFB-BF4B-D1ED8E675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6F8B-53B0-4D1A-995A-74569A8AE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25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F989C-AD61-4EE3-9072-837351D3C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5911AA4-F2E3-49F2-9A85-59FA4378E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11369A-2C17-424F-9F89-9FED60DCD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BA2186-3583-4DBD-9C49-573007DDE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F8C9-0FF5-4CE1-9E4C-0B5C95DCCB07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3A0A0F-BFCE-4946-9FFB-AB2474C0B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A9AF35-5598-4D90-971A-860128AD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6F8B-53B0-4D1A-995A-74569A8AE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57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F9F24-C620-455F-B0BA-573729EB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B68F61-7D5A-4EE8-B53A-D28EBBB7A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740082-8A76-4183-8D3C-FC81F290B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F8C9-0FF5-4CE1-9E4C-0B5C95DCCB07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16E794-BCDA-48C4-B945-0791B688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20AC65-CF57-45E7-99E5-12689F5A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6F8B-53B0-4D1A-995A-74569A8AE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091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21B42A-E1E7-4691-AAE9-BEC942B66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3E0CD1-7EFE-4126-9558-FA9701C32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FB4A70-8336-459E-8B8E-D02C2AF7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F8C9-0FF5-4CE1-9E4C-0B5C95DCCB07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8CA296-82DD-4B50-A6D0-A61CA2CA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7D80FB-F6E1-4D7C-8A27-E8D811F5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6F8B-53B0-4D1A-995A-74569A8AE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747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85AE77-19EE-4DAC-B553-F83C07E12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4CD9D3-FEBF-4504-9465-18C56EB7D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8CA1ED-0178-44D3-B628-3A8FF7C06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6F8C9-0FF5-4CE1-9E4C-0B5C95DCCB07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0B2825-5353-4F90-AD4F-BD8148915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2EAADD-C6CB-4147-9D55-0435AD47A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36F8B-53B0-4D1A-995A-74569A8AE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26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9373A8F-ACAB-4DA6-873D-71B0C8B93F15}"/>
              </a:ext>
            </a:extLst>
          </p:cNvPr>
          <p:cNvSpPr txBox="1"/>
          <p:nvPr/>
        </p:nvSpPr>
        <p:spPr>
          <a:xfrm>
            <a:off x="914400" y="9144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Animated title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CF3912-8E0F-47CD-848B-FCBEDF887DCA}"/>
              </a:ext>
            </a:extLst>
          </p:cNvPr>
          <p:cNvSpPr txBox="1"/>
          <p:nvPr/>
        </p:nvSpPr>
        <p:spPr>
          <a:xfrm>
            <a:off x="914400" y="4572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Animated card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307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奕祥 徐</dc:creator>
  <cp:lastModifiedBy>奕祥 徐</cp:lastModifiedBy>
  <cp:revision>1</cp:revision>
  <dcterms:created xsi:type="dcterms:W3CDTF">2026-08-12T11:01:37Z</dcterms:created>
  <dcterms:modified xsi:type="dcterms:W3CDTF">2026-08-12T11:01:37Z</dcterms:modified>
</cp:coreProperties>
</file>