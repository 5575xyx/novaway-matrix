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589AA-CB06-4DC9-A28E-DB2A04CAF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FF187-4D94-4E68-B0D9-C910E9E32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CE076-E900-4CEE-879B-2B6BF9660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8726A-37DF-4860-AB67-B64D1010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3AE7D-C95C-40FA-A76E-FBBF662A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8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F3C8C-8699-41D1-B824-D1745E6A6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38C7C-3631-471F-A21D-1185EA6F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40257-ACD7-4423-A67E-43129E32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6D6169-1B69-47C3-9D7A-F510C16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FC15A1-9BBA-489C-A833-4608166F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91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5F876-C7FA-43BE-9C00-A2F984F0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2D5C01-AB19-4DCD-A113-4907DCCAB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6C361E-67B9-4F5D-BCAC-7DB13DD3B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35135-EB51-415F-BFE3-313706C37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ABE9D-3D15-48B2-B45F-9510FA3F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6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73DF9-C0F1-44A6-B3DE-BFD7CCBC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4528CF-DC79-4611-8D7A-5BFF076EC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0C5015-E78D-4CB0-8B5E-74AE9041B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142EA2-B6C7-4118-8CC8-F54AC43DB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7B455F-D6F1-474E-A9D8-6B3D26AB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634CF3-0D24-414A-80B1-E1C5665D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22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FC857-E0D9-4B2B-9EBF-FBE0A471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EA9828-B247-4562-82E1-98415BCE4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36B392-29A1-454D-99C3-D709FEB5B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AF1B06-12B0-4559-A2FD-41C8CE5EF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C1DAC4-D9D9-41ED-AF3C-B62ACF6D8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F44D5E-757D-44C1-9BC3-662C7902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4F393B-5C0B-4BCF-B801-4742DAE4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52D6DF-E696-49B0-A540-E973AE23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97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BBABA-BE34-4D4E-91EA-E44BAF8F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DA9FAE-5B2D-42F7-8E01-0F78D6E3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72C640-5776-4DFF-84E1-00C9BB4A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64993A-C69E-46AC-AD3A-7D8895F0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63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BA84A0-6764-4D0F-BB56-2A728D0E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4583F4-149B-4C2E-8A9D-D1DCA94D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F34A-71B2-4862-8A41-F64241A0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18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7A68C-4A94-459E-ABD9-9C7BBC6F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7CCB9-7752-47CF-9902-4D1956F8E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2E9CF3-4A97-4180-BAC2-594031957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948B94-57FF-4264-A8A3-3EF68760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FB8911-778E-4553-91CE-79D0415E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467481-5A20-4954-9787-FF598688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43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034DE-8628-47F9-A536-C69980A9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FF75BC-66E6-494E-A42D-C62F82BF6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88DCB5-0323-40E5-8CD7-DBBA107CA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650775-1026-4C3E-8490-F6996D4E7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2C9B1F-A8FF-44A4-A0F9-D1FECECF4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B19053-42DC-4F62-8966-B7920B79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73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115AE-4DF2-4A49-9087-310B73E8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247F8D-B3A8-41E3-91DC-BF7322592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A6DE6-3DA5-4114-B3B8-CEB40EEAC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2E1CD-C250-4076-8C1A-0FC2D77F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F0228-9585-4E91-8057-1329E52B3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79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52C4F-9773-4B64-8859-D1DAEC41A9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FEA36F-624C-4E70-976B-F4C4ECC48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03EDB-EC77-46BE-B719-650865AB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7F952-5ACD-4B6D-92CC-D1687969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36C6E-DFCC-4952-AFE8-41B0CD35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3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4CB7D3-709E-4FB3-AB7C-C9C3B09B4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2A8247-E0A9-4FAA-898E-8189C16A1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61A3FC-7553-464C-A84F-257BA3502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E7370-B6F9-454D-8BDC-B0041F1FC2EB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E326C-9874-40E4-8C66-D59E2B091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C918D8-E1CC-4887-B9D8-EBB6C71E2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4D511-FE14-47DD-9557-B347E53CE0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5DA355-880C-4152-860A-BB0B2978C769}"/>
              </a:ext>
            </a:extLst>
          </p:cNvPr>
          <p:cNvSpPr txBox="1"/>
          <p:nvPr/>
        </p:nvSpPr>
        <p:spPr>
          <a:xfrm>
            <a:off x="914400" y="9144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/>
              <a:t>Animated 23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47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奕祥 徐</dc:creator>
  <cp:lastModifiedBy>奕祥 徐</cp:lastModifiedBy>
  <cp:revision>1</cp:revision>
  <dcterms:created xsi:type="dcterms:W3CDTF">2026-08-12T11:53:19Z</dcterms:created>
  <dcterms:modified xsi:type="dcterms:W3CDTF">2026-08-12T11:53:19Z</dcterms:modified>
</cp:coreProperties>
</file>