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F4AC38-430E-4DBC-9D4B-12122C6F8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3688AE7-B943-4F90-A14B-EAB7A115D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70C61A-F902-4CF9-842B-0F5D1FA80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34EB-13DC-43D1-B9AD-077B5DFF7405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7C9E4B-BAD4-4FB7-BFB4-14BA42B0D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E4D210-6D98-4C88-9555-9E869C7D1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5DDAB-4FCB-4206-A63F-737154FF3E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629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3C1423-1C4A-4295-BCAC-CF8DB4559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38C09D-88AA-46C3-9714-B806E43B7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29D717-11A7-433B-9180-752993113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34EB-13DC-43D1-B9AD-077B5DFF7405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677459-DD99-4267-88F5-FBF0A9429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D43909-DD7B-4305-997A-4B955B954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5DDAB-4FCB-4206-A63F-737154FF3E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731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B3F6E0-642A-4B4B-B168-A7EF41D27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9B38A8-88BB-4F99-BEA1-D20AFBED4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A8C858-48EA-47A8-ABF8-AC0C02B79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34EB-13DC-43D1-B9AD-077B5DFF7405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AD2284-9D35-4E46-B145-59FE1A682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7D9833-E6AA-429F-AFAC-9A4B3855B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5DDAB-4FCB-4206-A63F-737154FF3E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232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6C96D-9B9C-4E91-9871-23316168A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DA8697-CD55-4CFB-B2EF-2590A9F256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79D972-6E05-473B-B4A1-5FBB8129A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F60A1A-35BB-48CF-8DA0-6BBC43623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34EB-13DC-43D1-B9AD-077B5DFF7405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259957-E21E-4750-BCAE-82CC4183C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00A613-CCD7-4B00-A444-1913A1F78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5DDAB-4FCB-4206-A63F-737154FF3E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28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45365E-FF22-47A8-8FAF-733A82C93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88A2F0-9D04-4DAA-AE2D-35CC87745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4FE5E3-FF68-47F9-BBC0-246039854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40AA94A-F796-4D29-A1BC-556DBE5081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5396DA4-48BB-41D2-8EF7-E4B65D5436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290047D-5134-487E-9036-65072520E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34EB-13DC-43D1-B9AD-077B5DFF7405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CD76E94-8ED6-47BA-89A8-A10C835C5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30944C7-D427-4B4A-AACF-D5E2D804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5DDAB-4FCB-4206-A63F-737154FF3E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183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B07F93-F73A-43E7-B207-AB02530B2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001AE2-AAFB-461D-ACE1-29730D784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34EB-13DC-43D1-B9AD-077B5DFF7405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BFCE664-537D-470A-A189-E7DA9D1DB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02C7672-342C-4A78-B442-EEC24B941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5DDAB-4FCB-4206-A63F-737154FF3E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68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51920E8-B869-45B1-A1C9-58939CF9F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34EB-13DC-43D1-B9AD-077B5DFF7405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45A5EFE-35C7-4295-A1C9-EA72960F4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9627C5-ABC0-46C1-9719-99D429131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5DDAB-4FCB-4206-A63F-737154FF3E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973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452C9B-C309-4763-9A91-601236AAF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19DE18-36A6-48F5-AE67-F3A3A6792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A8D7FB-67AF-4ADD-BD22-95C8EE57D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709C19-0970-42D8-90E7-42D7F606F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34EB-13DC-43D1-B9AD-077B5DFF7405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FD74E9-5FB8-45BC-9B94-4077F5CC1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3F7DA3-D961-428A-9244-1B32A535E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5DDAB-4FCB-4206-A63F-737154FF3E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15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9137A9-4921-4C4F-8922-4B9C4E51A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3931FDB-DB09-4990-9E25-AA361629C5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8B47B3-8DDB-49D0-A814-4B7BB8D4C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622A9F-D70A-403F-A616-F3BF6CC75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34EB-13DC-43D1-B9AD-077B5DFF7405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6E262D-2999-43D5-8153-7CD715ED1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5567DE-F497-48B0-B398-640C739BA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5DDAB-4FCB-4206-A63F-737154FF3E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778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A1383-0AB4-485D-9402-7E730D26D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848236-D454-4C12-941E-EA2E9CC5F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58D327-5024-436D-80C2-919922A27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34EB-13DC-43D1-B9AD-077B5DFF7405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F24C0C-A46D-47C6-82D6-7E5D5F6E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7065AE-993D-4CBB-8BBC-195B8AEF3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5DDAB-4FCB-4206-A63F-737154FF3E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082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FB701C6-DCA0-48A8-A332-154DE293A6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DC3E2D8-40FF-40EC-A6C5-D7C6402495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8C95E1-D980-4F6C-ACD8-85A1D2C58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34EB-13DC-43D1-B9AD-077B5DFF7405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1B298B-76E6-4131-93C1-13E125FA9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D48399-74AA-41CF-A681-504F011BA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5DDAB-4FCB-4206-A63F-737154FF3E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834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342B3EA-12F8-45A5-9837-1E8F0A9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DE809E-95AF-421D-9DFC-40265F198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1CA8A8-D9DF-4E79-B5B0-ABAD5DFCC9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434EB-13DC-43D1-B9AD-077B5DFF7405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660A44-7652-4B96-80AF-2F88749DBE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78B4ED-A76F-4440-BF06-095DF0101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65DDAB-4FCB-4206-A63F-737154FF3E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28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8A206AC-E43F-44D0-82E4-10D5D02D6840}"/>
              </a:ext>
            </a:extLst>
          </p:cNvPr>
          <p:cNvSpPr txBox="1"/>
          <p:nvPr/>
        </p:nvSpPr>
        <p:spPr>
          <a:xfrm>
            <a:off x="914400" y="9144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Animated title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516BD4F-00E1-48D9-85ED-5ACB30EAC5C0}"/>
              </a:ext>
            </a:extLst>
          </p:cNvPr>
          <p:cNvSpPr txBox="1"/>
          <p:nvPr/>
        </p:nvSpPr>
        <p:spPr>
          <a:xfrm>
            <a:off x="914400" y="4572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Animated card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8486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 thruBlk="1"/>
      </p:transition>
    </mc:Choice>
    <mc:Fallback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奕祥 徐</dc:creator>
  <cp:lastModifiedBy>奕祥 徐</cp:lastModifiedBy>
  <cp:revision>1</cp:revision>
  <dcterms:created xsi:type="dcterms:W3CDTF">2026-08-12T11:01:37Z</dcterms:created>
  <dcterms:modified xsi:type="dcterms:W3CDTF">2026-08-12T11:01:37Z</dcterms:modified>
</cp:coreProperties>
</file>