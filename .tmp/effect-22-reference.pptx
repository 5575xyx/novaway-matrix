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7E96F-5DC8-423D-A487-33DE902D2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77823F-7988-4920-86D1-45F321A0F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E6F079-CA4F-4D7C-A9E1-AC47915D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BC98DC-0D4E-4C4E-B8AB-FE8BAC0D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E3C29-9805-49A3-8D72-4DCA9831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09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8B5DE-33CF-4F9F-A92A-E78DE384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6C4C3-50A3-45D9-9CD5-CFFD16D02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470BA-139F-4B40-9603-E785B570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167B06-1F83-4A13-BD24-9C78D485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7F4422-E3E2-4E1B-BAD8-23C3C5DC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4991C-F8F2-4A13-9A7F-BD3D0DCF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2E9ECF-DF26-442D-BE11-260601DD8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FB8CD5-B3E3-46AA-BE8E-FDDC6355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3705A-D901-474D-BF87-E342387B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8A65D5-A72B-4C46-8056-BDA60755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35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6A146-98EE-4AB8-B209-64AF6B95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7AD190-7667-4EFD-9749-14E114AA1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41A284-8FA1-4857-8D95-190AFE80D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CD8C82-F1A3-4C5D-B7AD-9C70A458C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540C16-5635-4EC0-9A0C-EB1DED84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CDCA7E-8304-4668-8502-5D1C6235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355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891C4-FCB5-4AC2-9741-38A8D8461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00DEA7-CF57-474C-89D2-20A7CD25F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EB40EA-63BD-4090-8A5E-C505371F5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FF37F2-522C-4F65-B211-5F4FD2D77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8AEB78-0F2C-47BE-8904-32FABAECA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7587A-1097-4A15-91C4-35DD5C92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62259C-820E-4553-8D14-B6F53B2E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495E16-868F-4E44-8D6F-B7E116CF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73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08F4D-EE3A-4296-A2CC-5141BF74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E372D3-3206-41F5-A5A3-3BBC5D99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281C0E-DBE8-40FB-87D7-67185BEE6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8D1FDE-2D76-4BD7-9380-C682F62E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64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C6E657-3D74-44BA-A38E-B563041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828C91-7B5E-48EF-86A1-A20B232E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70137D-9D48-46EB-91A4-AFAAF5E6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225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81C7F-2F08-4432-B4CD-6CD26CCB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B4D54F-BEE7-48F2-9EB4-EE2B6F5C2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C343CE-4D70-482A-95EC-0F97F23C2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BE6DFE-DC44-45AA-A667-581CD59A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9C8859-CD46-40AB-BCE1-C1666204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BD23E4-DDC5-4B09-A601-34839D96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5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AA3B3-F30E-4BC3-AC10-530AF73D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D3D9CD-3461-489D-8F53-BB429F8EE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4EE687-852E-4D62-BCA2-C2905D575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15CAC6-6288-4223-8DA1-3C6C27CEE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FAADE5-81F3-4CF7-9921-BDAF8A2B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6477B6-2E1B-4747-8913-03C42725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3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418E8-03F5-40FF-8701-545D00CD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FD6C50-7C97-4E3C-9AAE-FF1F2E5F3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F6C04C-C462-421D-8A2B-A3BC4DBA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1C50C0-C023-4782-A8B8-B49A6CDC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13FDD-59F1-4539-ADBD-E4490A3D3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39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A824BC-4592-49AD-8318-2438537D1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519ADF-B64A-401C-AC7D-3779EFF27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239E9-26D9-4A55-BEB1-53DFF6DE5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60A4A-AD3F-4DAD-B89E-E2DE6DBD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A466B3-52AD-484F-8772-B4D73CF4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42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AB747E-834F-45B7-B994-2AA664AD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D994F4-A5EE-4986-83DF-2187AF7F7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2106BC-181C-440B-BC5F-2909C580A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F017F-EA7B-48B0-9A78-5AD5B2B30FC0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1C7C0-25E4-4810-8A4B-9187904A3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F6010-2F3C-4C15-B5F9-FDAA9287A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B75C8-F6B7-4699-B4CD-AA2A790DC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347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4463F6-47F6-4910-8492-B0AE3CDEC4BA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22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74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2026-08-12T11:53:19Z</dcterms:created>
  <dcterms:modified xsi:type="dcterms:W3CDTF">2026-08-12T11:53:19Z</dcterms:modified>
</cp:coreProperties>
</file>