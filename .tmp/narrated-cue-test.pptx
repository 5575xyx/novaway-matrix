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wav" ContentType="audio/x-wav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000"/>
    <p:sldId id="257" r:id="rId1001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000" Type="http://schemas.openxmlformats.org/officeDocument/2006/relationships/slide" Target="slides/slide1.xml"/><Relationship Id="rId100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大家好，今天汇报项目整体进展和下一步计划。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下一阶段重点确认资源并控制交付风险。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narration-1.wav"/><Relationship Id="rId3" Type="http://schemas.microsoft.com/office/2007/relationships/media" Target="../media/narration-1.wav"/><Relationship Id="rId4" Type="http://schemas.openxmlformats.org/officeDocument/2006/relationships/image" Target="../media/narration-icon-1.png"/><Relationship Id="rId5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audio" Target="../media/narration-2.wav"/><Relationship Id="rId3" Type="http://schemas.microsoft.com/office/2007/relationships/media" Target="../media/narration-2.wav"/><Relationship Id="rId4" Type="http://schemas.openxmlformats.org/officeDocument/2006/relationships/image" Target="../media/narration-icon-2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b="1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4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7" name="Shape 5"/>
          <p:cNvSpPr/>
          <p:nvPr/>
        </p:nvSpPr>
        <p:spPr>
          <a:xfrm>
            <a:off x="5669280" y="640080"/>
            <a:ext cx="2743200" cy="73152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914400"/>
            <a:ext cx="1828800" cy="73152"/>
          </a:xfrm>
          <a:prstGeom prst="rect">
            <a:avLst/>
          </a:prstGeom>
          <a:solidFill>
            <a:srgbClr val="1954A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46304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8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2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sp>
        <p:nvSpPr>
          <p:cNvPr id="11" name="Text 9"/>
          <p:cNvSpPr/>
          <p:nvPr/>
        </p:nvSpPr>
        <p:spPr>
          <a:xfrm>
            <a:off x="608076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200" b="1" dirty="0">
                <a:solidFill>
                  <a:srgbClr val="E6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</a:t>
            </a:r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项目汇报</a:t>
            </a:r>
          </a:p>
        </p:txBody>
      </p:sp>
      <p:pic>
        <p:nvPicPr>
          <p:cNvPr id="9000" name="Narration 9000" hidden="1">
            <a:hlinkClick r:id="" action="ppaction://media"/>
          </p:cNvPr>
          <p:cNvPicPr>
            <a:picLocks noChangeAspect="1"/>
          </p:cNvPicPr>
          <p:nvPr>
            <a:audioFile r:link="rId2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advClick="0">
    <p:advTm val="66786170"/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00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  <p:bldP spid="10" grpId="0"/>
      <p:bldP spid="5" grpId="0"/>
      <p:bldP spid="11" grpId="0"/>
      <p:bldP spid="6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E6331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推进计划</a:t>
            </a:r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Char char="•"/>
            </a:pPr>
            <a:r>
              <a:rPr lang="en-US" sz="15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节奏</a:t>
            </a:r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9A98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8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  <p:pic>
        <p:nvPicPr>
          <p:cNvPr id="9001" name="Narration 9001" hidden="1">
            <a:hlinkClick r:id="" action="ppaction://media"/>
          </p:cNvPr>
          <p:cNvPicPr>
            <a:picLocks noChangeAspect="1"/>
          </p:cNvPicPr>
          <p:nvPr>
            <a:audioFile r:link="rId2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advClick="0">
    <p:advTm val="21909614"/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01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Grid 瑞士网格</dc:title>
  <dc:subject>严格模块化网格、红黑强调和大量留白，适合设计、战略与作品集汇报。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