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ACD72-EBC7-4F09-81A8-487DEF111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FB5534-5960-4166-84F9-0C0C102F2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C7939-4DB3-40A1-82DE-B0B4FB65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084B6-31D0-4DC7-BD9F-3C194E86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D658AE-18CB-4B40-90D5-97E8B9C5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70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98728-20FE-4955-BBDB-41CF857A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0C341B-2B54-4A58-B60E-8746C90CC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6D029C-60D8-4682-9AA0-57B0B76C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DE177-87E0-4B1D-8BB0-676DF053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A4586A-E040-47BE-8948-FE29409A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34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EA593-6544-4840-874F-CE8326EC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F4F53A-9C0A-4EBF-9DF7-9056556A4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F50C9-59B6-4D8F-AD2E-F5E44527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357F6E-D9E6-469F-AA6D-D6F9813C8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AF4B99-6CDD-4267-9066-B670CC49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97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EA50B-9561-4F1C-8304-AB0D7FF7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633CD5-80DA-4040-9C0D-51801E066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5B1774-7DCA-48D6-A0A2-CFC30E12A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5D6C5F-CB51-48CA-9F04-8D05C05E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FBD963-6F7C-4ABE-8114-4422B46C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966868-E314-46A8-B5EA-397E951D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54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6C6AD-4723-47F6-8E97-C034EA4C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22A5B8-DF18-4773-97AE-F49AD8608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037715-28F8-4B6F-AFAA-6E87B6D8F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08FDDC-3236-417A-A5D1-470149A9B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BA699E-D03A-49C4-81D9-A34F424F3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83A6CF-04ED-45AF-9D87-6BDE0927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9D3375-AC86-4549-99CE-903623B9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30959E-A139-446D-A378-A16D61FD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41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504DF-4A92-48DF-BF20-0F3FCE69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623BA0-5E51-4E77-B47D-BE9AD9D2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96EF1D-39DB-4AC6-9CCD-CCE7E0E6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731006-AEBB-4824-83DA-5BC05B2D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318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902086-B1CE-4B7B-B09C-1B339546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96B772-9751-4A4E-959F-FEF8583B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B587A6-01FA-4133-BC2E-F121E2A0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2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07D24-FC67-495D-B7A7-A29DB5FE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4AA33E-D0F7-4E21-A34D-09C17DE9D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3AD36F-DF83-4091-8D15-DEC7029B9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EE27CE-AC9D-4C13-9388-F3F9B30A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4FA8A3-6225-49E1-9C1F-732DD94E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ED4F91-5C41-49F3-A834-B1B7A259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8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9281B-DEED-4F4D-8533-C87340F2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855B4A-A61A-4DB9-B485-D0F8B8C3C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78DE35-0F3E-4A67-9077-E5021B88C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7C1F60-BC56-44C3-87DB-99436425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0DA8FA-85B0-4035-9281-5C8569E4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2F17F4-ED23-4811-BFF6-DDCB54CA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442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53EA1-CDD6-4A50-93DD-69E3BFA8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C6B788-81DA-4CE9-986F-3CD92F6F2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EC5B9-1F7D-473F-BD18-556B5209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B64FF3-FEBA-4204-907C-6E114596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FA76B-52EC-461D-8F1D-33D976F1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38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AB097A-D0D3-49E1-9F8F-5397BB79D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8A2418-DCFF-4DB9-9515-8A5BE8F3B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D445BF-1309-454F-B82D-9F9C009B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2377B8-7419-45EE-89E4-52515A434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59B791-F48F-44C9-809F-404006A2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293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61FAB9-C444-4C5D-B60E-D604AE5C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D6CDAC-EB4A-4F31-B769-F3486A1F6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4A8258-4E37-41F0-8AAA-83CB1E0F6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73ED5-044A-46A5-AAA0-895E1A1AAE8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E4215-FE9C-4EE3-9D0B-299AF3136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A5C1E9-3BCF-4ACC-B7E3-EC2C79F86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E83B9-816D-4EA8-B941-B66E344F4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82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BF92F4-AB09-420E-8CCF-8E82B4489907}"/>
              </a:ext>
            </a:extLst>
          </p:cNvPr>
          <p:cNvSpPr txBox="1"/>
          <p:nvPr/>
        </p:nvSpPr>
        <p:spPr>
          <a:xfrm>
            <a:off x="914400" y="9144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title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58FF9D-5A33-4024-B288-3C8A48622937}"/>
              </a:ext>
            </a:extLst>
          </p:cNvPr>
          <p:cNvSpPr txBox="1"/>
          <p:nvPr/>
        </p:nvSpPr>
        <p:spPr>
          <a:xfrm>
            <a:off x="914400" y="457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card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02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  <p:bldP spid="3" grpId="0" build="p" bldLvl="2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2026-08-12T10:31:23Z</dcterms:created>
  <dcterms:modified xsi:type="dcterms:W3CDTF">2026-08-12T10:31:23Z</dcterms:modified>
</cp:coreProperties>
</file>