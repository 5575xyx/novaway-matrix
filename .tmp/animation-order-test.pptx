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000"/>
    <p:sldId id="257" r:id="rId1001"/>
    <p:sldId id="258" r:id="rId1002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000" Type="http://schemas.openxmlformats.org/officeDocument/2006/relationships/slide" Target="slides/slide1.xml"/><Relationship Id="rId1001" Type="http://schemas.openxmlformats.org/officeDocument/2006/relationships/slide" Target="slides/slide2.xml"/><Relationship Id="rId1002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146304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200" b="1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</a:t>
            </a:r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4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</a:p>
        </p:txBody>
      </p:sp>
      <p:sp>
        <p:nvSpPr>
          <p:cNvPr id="7" name="Shape 5"/>
          <p:cNvSpPr/>
          <p:nvPr/>
        </p:nvSpPr>
        <p:spPr>
          <a:xfrm>
            <a:off x="5669280" y="640080"/>
            <a:ext cx="2743200" cy="73152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914400"/>
            <a:ext cx="1828800" cy="73152"/>
          </a:xfrm>
          <a:prstGeom prst="rect">
            <a:avLst/>
          </a:prstGeom>
          <a:solidFill>
            <a:srgbClr val="1954A6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0" y="14630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8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2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</a:p>
        </p:txBody>
      </p:sp>
      <p:sp>
        <p:nvSpPr>
          <p:cNvPr id="11" name="Text 9"/>
          <p:cNvSpPr/>
          <p:nvPr/>
        </p:nvSpPr>
        <p:spPr>
          <a:xfrm>
            <a:off x="6080760" y="24688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42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</a:p>
        </p:txBody>
      </p:sp>
      <p:sp>
        <p:nvSpPr>
          <p:cNvPr id="12" name="Text 10"/>
          <p:cNvSpPr/>
          <p:nvPr/>
        </p:nvSpPr>
        <p:spPr>
          <a:xfrm>
            <a:off x="608076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4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  <p:bldP spid="8" grpId="0"/>
      <p:bldP spid="9" grpId="0"/>
      <p:bldP spid="10" grpId="0"/>
      <p:bldP spid="5" grpId="0"/>
      <p:bldP spid="11" grpId="0"/>
      <p:bldP spid="6" grpId="0"/>
      <p:bldP spid="12" grpId="0"/>
    </p:bldLst>
  </p:timing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推进计划</a:t>
            </a:r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2331720" cy="91440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54480"/>
            <a:ext cx="2331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8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22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节奏</a:t>
            </a:r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</a:t>
            </a:r>
          </a:p>
        </p:txBody>
      </p:sp>
      <p:sp>
        <p:nvSpPr>
          <p:cNvPr id="9" name="Shape 7"/>
          <p:cNvSpPr/>
          <p:nvPr/>
        </p:nvSpPr>
        <p:spPr>
          <a:xfrm>
            <a:off x="3355848" y="1463040"/>
            <a:ext cx="2331720" cy="91440"/>
          </a:xfrm>
          <a:prstGeom prst="rect">
            <a:avLst/>
          </a:prstGeom>
          <a:solidFill>
            <a:srgbClr val="1954A6"/>
          </a:solidFill>
          <a:ln/>
        </p:spPr>
      </p:sp>
      <p:sp>
        <p:nvSpPr>
          <p:cNvPr id="10" name="Shape 8"/>
          <p:cNvSpPr/>
          <p:nvPr/>
        </p:nvSpPr>
        <p:spPr>
          <a:xfrm>
            <a:off x="3355848" y="1554480"/>
            <a:ext cx="2331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8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22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</a:t>
            </a:r>
          </a:p>
        </p:txBody>
      </p:sp>
      <p:sp>
        <p:nvSpPr>
          <p:cNvPr id="12" name="Text 10"/>
          <p:cNvSpPr/>
          <p:nvPr/>
        </p:nvSpPr>
        <p:spPr>
          <a:xfrm>
            <a:off x="3584448" y="25146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节奏</a:t>
            </a:r>
          </a:p>
        </p:txBody>
      </p:sp>
      <p:sp>
        <p:nvSpPr>
          <p:cNvPr id="13" name="Shape 11"/>
          <p:cNvSpPr/>
          <p:nvPr/>
        </p:nvSpPr>
        <p:spPr>
          <a:xfrm>
            <a:off x="5934456" y="1463040"/>
            <a:ext cx="2331720" cy="91440"/>
          </a:xfrm>
          <a:prstGeom prst="rect">
            <a:avLst/>
          </a:prstGeom>
          <a:solidFill>
            <a:srgbClr val="9A9892"/>
          </a:solidFill>
          <a:ln/>
        </p:spPr>
      </p:sp>
      <p:sp>
        <p:nvSpPr>
          <p:cNvPr id="14" name="Shape 12"/>
          <p:cNvSpPr/>
          <p:nvPr/>
        </p:nvSpPr>
        <p:spPr>
          <a:xfrm>
            <a:off x="5934456" y="1554480"/>
            <a:ext cx="2331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8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22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节奏</a:t>
            </a:r>
          </a:p>
        </p:txBody>
      </p:sp>
      <p:sp>
        <p:nvSpPr>
          <p:cNvPr id="16" name="Text 14"/>
          <p:cNvSpPr/>
          <p:nvPr/>
        </p:nvSpPr>
        <p:spPr>
          <a:xfrm>
            <a:off x="6163056" y="25146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</a:t>
            </a:r>
          </a:p>
        </p:txBody>
      </p:sp>
      <p:sp>
        <p:nvSpPr>
          <p:cNvPr id="17" name="Shape 15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2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4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6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9" grpId="0"/>
      <p:bldP spid="13" grpId="0"/>
      <p:bldP spid="6" grpId="0"/>
      <p:bldP spid="10" grpId="0"/>
      <p:bldP spid="14" grpId="0"/>
      <p:bldP spid="7" grpId="0"/>
      <p:bldP spid="11" grpId="0"/>
      <p:bldP spid="15" grpId="0"/>
      <p:bldP spid="8" grpId="0"/>
    </p:bldLst>
  </p:timing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下步动作</a:t>
            </a:r>
          </a:p>
        </p:txBody>
      </p:sp>
      <p:sp>
        <p:nvSpPr>
          <p:cNvPr id="4" name="Text 2"/>
          <p:cNvSpPr/>
          <p:nvPr/>
        </p:nvSpPr>
        <p:spPr>
          <a:xfrm>
            <a:off x="1554480" y="3017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5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确认资源</a:t>
            </a:r>
          </a:p>
        </p:txBody>
      </p:sp>
      <p:sp>
        <p:nvSpPr>
          <p:cNvPr id="5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Swiss Grid 瑞士网格</dc:title>
  <dc:subject>严格模块化网格、红黑强调和大量留白，适合设计、战略与作品集汇报。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