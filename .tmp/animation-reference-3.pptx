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DCE7E-4F46-497B-8C52-FC866302D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C5E941-0157-4A70-97A1-178A97964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D9126-7045-4ACE-BFC6-7C3471BC2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38EF33-8595-4023-A28E-11F79014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B8870F-866B-44EE-AAB4-1565DC69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15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0C044-618A-49A7-95EC-04168A6EB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57636B-F097-486B-9ED3-84DC7953E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7C6F1-D219-4E0E-8760-63C3C59BF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4D03C-250B-4158-8A3F-82D6EAB4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E03AB2-5DB9-42A3-AEE6-B76E124D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41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2A82D-8C98-42F9-B7D7-E6EAECDC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2E9934-8E9F-4398-948D-A936B31BD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B276BF-8964-490C-9074-E2CA3AED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81EEA-7A81-4416-A10B-6FAAC38D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02AD5-C0C7-434C-A2E1-7B34061A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32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11CC5-5976-436E-BCCF-E86E670C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E91A55-3371-482D-8945-BAF005244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3A0DA0-F5F4-49CB-AA73-31D7CC830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373075-AE42-4079-827F-B2774CC30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190EC4-73D0-4084-8D65-96E9E6F7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25082D-BFB0-4051-9312-966A3FF3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08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8B569-104F-499F-AE49-527FD4BA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F8A1F6-55EE-496C-B0CD-3D4D572C2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EF5183-BA47-438B-87AE-4AB0A7AB7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3178CF-173F-4424-BC8A-DBEFA97F33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82154A-DACB-49A1-A331-A627F1E9A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B670E8-25B8-49D1-90FE-1A335B44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3C7A9D-997F-4229-BE4A-5476367B9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C9CC21-4B3E-4941-B229-DE9DCE6E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00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0AD69-B181-4A3F-9681-FF1124919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E0DD32-3005-4702-8AD0-D6C77EBE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EC0488-7043-4C01-ABA4-B01ED855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9C3EA6-3A0F-4989-9463-686991C1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09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419C01-DEE6-45B5-8A08-4A524832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D8124C-FAAD-47BA-9556-BE863807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EAB68D-BC96-42A5-9351-59EEC6A4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91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0A36B-7673-4DA5-B8D4-62E4F94D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245EC-3CF3-44B8-9E3D-7C31A6BD5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306A05-DC42-48FC-A576-5E3DA827A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BE5DF6-05E7-4E8B-8A1C-8DAC4623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05EC00-3727-416A-88F1-3899AB087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20625E-D03D-4E12-BDCB-A7E8C926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134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4AC14-44C0-4D63-89CA-B425D755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22D1B9-78AD-46F6-8955-0C3E25955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01CB2F-C515-4246-83EB-DC23437C4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D1A761-AD4D-4A8F-AC14-E089971B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E4C1AC-BF32-4004-B763-D8821171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BAF1AB-6567-4734-A1B9-EC607249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45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86BB3-5CD4-46AF-938E-2E875006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C2B4BB-1B5A-4170-9F8F-85FBA695D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99AF6D-06A9-4849-90EA-0256D2AA9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9468A7-B76A-4E2A-A5F3-2254D43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5F4D4A-DF75-4147-AB9A-9C49117C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39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EDA66A-B5CF-445A-B484-312467E89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4A47DF-F518-4663-8CC3-E06BCF1FF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9BB0A-E88B-411B-A1D8-B42B8E72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4A6803-2567-43FA-835E-4922433A4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CD26C0-2DBF-4702-AC7C-F4384C4E3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57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021AB5-EE16-4C97-94F8-7D8706EE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5ADFE1-6D5D-4CFC-BE9B-0913353FF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442737-ABBD-436A-9DB3-A27B6A490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BF772-5E26-4DF5-9FB4-E5B531D84C03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AA0DF3-BBAF-4762-9EC3-D355A4AEB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1D73D-23AB-4D60-8A4E-5E90BBF3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77CF3-F1C6-49D2-B0DD-F448F71853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22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040BCF-86C3-406F-95A9-04709A97AA4E}"/>
              </a:ext>
            </a:extLst>
          </p:cNvPr>
          <p:cNvSpPr txBox="1"/>
          <p:nvPr/>
        </p:nvSpPr>
        <p:spPr>
          <a:xfrm>
            <a:off x="914400" y="9144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title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744D2D-A61C-45C5-9D58-D56CD7F8D2FF}"/>
              </a:ext>
            </a:extLst>
          </p:cNvPr>
          <p:cNvSpPr txBox="1"/>
          <p:nvPr/>
        </p:nvSpPr>
        <p:spPr>
          <a:xfrm>
            <a:off x="914400" y="457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card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413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2026-08-12T11:01:37Z</dcterms:created>
  <dcterms:modified xsi:type="dcterms:W3CDTF">2026-08-12T11:01:37Z</dcterms:modified>
</cp:coreProperties>
</file>